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Lst>
  <p:sldSz cy="5143500" cx="9144000"/>
  <p:notesSz cx="6858000" cy="9144000"/>
  <p:embeddedFontLst>
    <p:embeddedFont>
      <p:font typeface="Inter"/>
      <p:regular r:id="rId49"/>
      <p:bold r:id="rId50"/>
      <p:italic r:id="rId51"/>
      <p:boldItalic r:id="rId52"/>
    </p:embeddedFont>
    <p:embeddedFont>
      <p:font typeface="Bebas Neue"/>
      <p:regular r:id="rId53"/>
    </p:embeddedFont>
    <p:embeddedFont>
      <p:font typeface="Passion One"/>
      <p:regular r:id="rId54"/>
      <p:bold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2FDEE08-4641-4CD2-A474-4644EB69D9D1}">
  <a:tblStyle styleId="{A2FDEE08-4641-4CD2-A474-4644EB69D9D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font" Target="fonts/Inter-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Inter-italic.fntdata"/><Relationship Id="rId50" Type="http://schemas.openxmlformats.org/officeDocument/2006/relationships/font" Target="fonts/Inter-bold.fntdata"/><Relationship Id="rId53" Type="http://schemas.openxmlformats.org/officeDocument/2006/relationships/font" Target="fonts/BebasNeue-regular.fntdata"/><Relationship Id="rId52" Type="http://schemas.openxmlformats.org/officeDocument/2006/relationships/font" Target="fonts/Inter-boldItalic.fntdata"/><Relationship Id="rId11" Type="http://schemas.openxmlformats.org/officeDocument/2006/relationships/slide" Target="slides/slide6.xml"/><Relationship Id="rId55" Type="http://schemas.openxmlformats.org/officeDocument/2006/relationships/font" Target="fonts/PassionOne-bold.fntdata"/><Relationship Id="rId10" Type="http://schemas.openxmlformats.org/officeDocument/2006/relationships/slide" Target="slides/slide5.xml"/><Relationship Id="rId54" Type="http://schemas.openxmlformats.org/officeDocument/2006/relationships/font" Target="fonts/PassionOne-regular.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ed3401ed3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ed3401ed3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40bce8b90a_0_6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340bce8b90a_0_6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40bce8b90a_0_7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340bce8b90a_0_7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40bce8b90a_0_7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40bce8b90a_0_7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40bce8b90a_0_7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340bce8b90a_0_7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3390128acd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33390128acd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40bce8b90a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340bce8b90a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40bce8b90a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340bce8b90a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340bce8b90a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340bce8b90a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340bce8b90a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g340bce8b90a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340bce8b90a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3" name="Google Shape;653;g340bce8b90a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40bce8b90a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340bce8b90a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340bce8b90a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4" name="Google Shape;694;g340bce8b90a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g340bce8b90a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7" name="Google Shape;717;g340bce8b90a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340bce8b90a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0" name="Google Shape;740;g340bce8b90a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340bce8b90a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3" name="Google Shape;763;g340bce8b90a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g340bce8b90a_0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1" name="Google Shape;781;g340bce8b90a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340bce8b90a_0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4" name="Google Shape;804;g340bce8b90a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g340bce8b90a_0_3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7" name="Google Shape;827;g340bce8b90a_0_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340bce8b90a_0_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0" name="Google Shape;850;g340bce8b90a_0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g340bce8b90a_0_3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3" name="Google Shape;873;g340bce8b90a_0_3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g340bce8b90a_0_7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2" name="Google Shape;892;g340bce8b90a_0_7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g340bce8b90a_0_8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8" name="Google Shape;938;g340bce8b90a_0_8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g340bce8b90a_0_8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4" name="Google Shape;944;g340bce8b90a_0_8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g340bce8b90a_0_8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0" name="Google Shape;950;g340bce8b90a_0_8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g340bce8b90a_0_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6" name="Google Shape;956;g340bce8b90a_0_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 name="Shape 970"/>
        <p:cNvGrpSpPr/>
        <p:nvPr/>
      </p:nvGrpSpPr>
      <p:grpSpPr>
        <a:xfrm>
          <a:off x="0" y="0"/>
          <a:ext cx="0" cy="0"/>
          <a:chOff x="0" y="0"/>
          <a:chExt cx="0" cy="0"/>
        </a:xfrm>
      </p:grpSpPr>
      <p:sp>
        <p:nvSpPr>
          <p:cNvPr id="971" name="Google Shape;971;g340bce8b90a_0_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2" name="Google Shape;972;g340bce8b90a_0_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g340bce8b90a_0_4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9" name="Google Shape;989;g340bce8b90a_0_4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g340bce8b90a_0_4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7" name="Google Shape;1007;g340bce8b90a_0_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340bce8b90a_0_4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5" name="Google Shape;1025;g340bce8b90a_0_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 name="Shape 1040"/>
        <p:cNvGrpSpPr/>
        <p:nvPr/>
      </p:nvGrpSpPr>
      <p:grpSpPr>
        <a:xfrm>
          <a:off x="0" y="0"/>
          <a:ext cx="0" cy="0"/>
          <a:chOff x="0" y="0"/>
          <a:chExt cx="0" cy="0"/>
        </a:xfrm>
      </p:grpSpPr>
      <p:sp>
        <p:nvSpPr>
          <p:cNvPr id="1041" name="Google Shape;1041;g340bce8b90a_0_4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2" name="Google Shape;1042;g340bce8b90a_0_4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g340bce8b90a_0_4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0" name="Google Shape;1060;g340bce8b90a_0_4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g340bce8b90a_0_5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8" name="Google Shape;1078;g340bce8b90a_0_5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g340bce8b90a_0_5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5" name="Google Shape;1095;g340bce8b90a_0_5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1" name="Shape 1111"/>
        <p:cNvGrpSpPr/>
        <p:nvPr/>
      </p:nvGrpSpPr>
      <p:grpSpPr>
        <a:xfrm>
          <a:off x="0" y="0"/>
          <a:ext cx="0" cy="0"/>
          <a:chOff x="0" y="0"/>
          <a:chExt cx="0" cy="0"/>
        </a:xfrm>
      </p:grpSpPr>
      <p:sp>
        <p:nvSpPr>
          <p:cNvPr id="1112" name="Google Shape;1112;g340bce8b90a_0_5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3" name="Google Shape;1113;g340bce8b90a_0_5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0" name="Shape 1130"/>
        <p:cNvGrpSpPr/>
        <p:nvPr/>
      </p:nvGrpSpPr>
      <p:grpSpPr>
        <a:xfrm>
          <a:off x="0" y="0"/>
          <a:ext cx="0" cy="0"/>
          <a:chOff x="0" y="0"/>
          <a:chExt cx="0" cy="0"/>
        </a:xfrm>
      </p:grpSpPr>
      <p:sp>
        <p:nvSpPr>
          <p:cNvPr id="1131" name="Google Shape;1131;g340bce8b90a_0_8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2" name="Google Shape;1132;g340bce8b90a_0_8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7" name="Shape 1177"/>
        <p:cNvGrpSpPr/>
        <p:nvPr/>
      </p:nvGrpSpPr>
      <p:grpSpPr>
        <a:xfrm>
          <a:off x="0" y="0"/>
          <a:ext cx="0" cy="0"/>
          <a:chOff x="0" y="0"/>
          <a:chExt cx="0" cy="0"/>
        </a:xfrm>
      </p:grpSpPr>
      <p:sp>
        <p:nvSpPr>
          <p:cNvPr id="1178" name="Google Shape;1178;g340bce8b90a_0_5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9" name="Google Shape;1179;g340bce8b90a_0_5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5" name="Shape 1195"/>
        <p:cNvGrpSpPr/>
        <p:nvPr/>
      </p:nvGrpSpPr>
      <p:grpSpPr>
        <a:xfrm>
          <a:off x="0" y="0"/>
          <a:ext cx="0" cy="0"/>
          <a:chOff x="0" y="0"/>
          <a:chExt cx="0" cy="0"/>
        </a:xfrm>
      </p:grpSpPr>
      <p:sp>
        <p:nvSpPr>
          <p:cNvPr id="1196" name="Google Shape;1196;g340bce8b90a_0_5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7" name="Google Shape;1197;g340bce8b90a_0_5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5" name="Shape 1215"/>
        <p:cNvGrpSpPr/>
        <p:nvPr/>
      </p:nvGrpSpPr>
      <p:grpSpPr>
        <a:xfrm>
          <a:off x="0" y="0"/>
          <a:ext cx="0" cy="0"/>
          <a:chOff x="0" y="0"/>
          <a:chExt cx="0" cy="0"/>
        </a:xfrm>
      </p:grpSpPr>
      <p:sp>
        <p:nvSpPr>
          <p:cNvPr id="1216" name="Google Shape;1216;g340bce8b90a_0_6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7" name="Google Shape;1217;g340bce8b90a_0_6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7" name="Shape 1237"/>
        <p:cNvGrpSpPr/>
        <p:nvPr/>
      </p:nvGrpSpPr>
      <p:grpSpPr>
        <a:xfrm>
          <a:off x="0" y="0"/>
          <a:ext cx="0" cy="0"/>
          <a:chOff x="0" y="0"/>
          <a:chExt cx="0" cy="0"/>
        </a:xfrm>
      </p:grpSpPr>
      <p:sp>
        <p:nvSpPr>
          <p:cNvPr id="1238" name="Google Shape;1238;g340bce8b90a_0_6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9" name="Google Shape;1239;g340bce8b90a_0_6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5" name="Shape 1255"/>
        <p:cNvGrpSpPr/>
        <p:nvPr/>
      </p:nvGrpSpPr>
      <p:grpSpPr>
        <a:xfrm>
          <a:off x="0" y="0"/>
          <a:ext cx="0" cy="0"/>
          <a:chOff x="0" y="0"/>
          <a:chExt cx="0" cy="0"/>
        </a:xfrm>
      </p:grpSpPr>
      <p:sp>
        <p:nvSpPr>
          <p:cNvPr id="1256" name="Google Shape;1256;g340bce8b90a_0_6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7" name="Google Shape;1257;g340bce8b90a_0_6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3" name="Shape 1273"/>
        <p:cNvGrpSpPr/>
        <p:nvPr/>
      </p:nvGrpSpPr>
      <p:grpSpPr>
        <a:xfrm>
          <a:off x="0" y="0"/>
          <a:ext cx="0" cy="0"/>
          <a:chOff x="0" y="0"/>
          <a:chExt cx="0" cy="0"/>
        </a:xfrm>
      </p:grpSpPr>
      <p:sp>
        <p:nvSpPr>
          <p:cNvPr id="1274" name="Google Shape;1274;g340bce8b90a_0_6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5" name="Google Shape;1275;g340bce8b90a_0_6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1" name="Shape 1291"/>
        <p:cNvGrpSpPr/>
        <p:nvPr/>
      </p:nvGrpSpPr>
      <p:grpSpPr>
        <a:xfrm>
          <a:off x="0" y="0"/>
          <a:ext cx="0" cy="0"/>
          <a:chOff x="0" y="0"/>
          <a:chExt cx="0" cy="0"/>
        </a:xfrm>
      </p:grpSpPr>
      <p:sp>
        <p:nvSpPr>
          <p:cNvPr id="1292" name="Google Shape;1292;g32fb841adc1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3" name="Google Shape;1293;g32fb841adc1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p:nvPr/>
        </p:nvSpPr>
        <p:spPr>
          <a:xfrm>
            <a:off x="-1545187" y="2539113"/>
            <a:ext cx="2909077" cy="2909077"/>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 name="Google Shape;10;p2"/>
          <p:cNvSpPr/>
          <p:nvPr/>
        </p:nvSpPr>
        <p:spPr>
          <a:xfrm>
            <a:off x="7073900" y="4334213"/>
            <a:ext cx="2909077" cy="2909077"/>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 name="Google Shape;11;p2"/>
          <p:cNvSpPr/>
          <p:nvPr/>
        </p:nvSpPr>
        <p:spPr>
          <a:xfrm>
            <a:off x="-90650" y="-73963"/>
            <a:ext cx="2085177" cy="901987"/>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 name="Google Shape;12;p2"/>
          <p:cNvSpPr/>
          <p:nvPr/>
        </p:nvSpPr>
        <p:spPr>
          <a:xfrm>
            <a:off x="8488469" y="990668"/>
            <a:ext cx="2306972" cy="2306972"/>
          </a:xfrm>
          <a:custGeom>
            <a:rect b="b" l="l" r="r" t="t"/>
            <a:pathLst>
              <a:path extrusionOk="0" h="2306972" w="2306972">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 name="Google Shape;13;p2"/>
          <p:cNvSpPr/>
          <p:nvPr/>
        </p:nvSpPr>
        <p:spPr>
          <a:xfrm>
            <a:off x="431847" y="3177967"/>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 name="Google Shape;14;p2"/>
          <p:cNvSpPr/>
          <p:nvPr/>
        </p:nvSpPr>
        <p:spPr>
          <a:xfrm rot="-2700000">
            <a:off x="8734960" y="3420957"/>
            <a:ext cx="137292" cy="137292"/>
          </a:xfrm>
          <a:custGeom>
            <a:rect b="b" l="l" r="r" t="t"/>
            <a:pathLst>
              <a:path extrusionOk="0" h="171066" w="171066">
                <a:moveTo>
                  <a:pt x="0" y="0"/>
                </a:moveTo>
                <a:lnTo>
                  <a:pt x="171066" y="0"/>
                </a:lnTo>
                <a:lnTo>
                  <a:pt x="171066" y="171066"/>
                </a:lnTo>
                <a:lnTo>
                  <a:pt x="0" y="171066"/>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 name="Google Shape;15;p2"/>
          <p:cNvSpPr/>
          <p:nvPr/>
        </p:nvSpPr>
        <p:spPr>
          <a:xfrm rot="-2700000">
            <a:off x="8734956" y="470861"/>
            <a:ext cx="137292" cy="137292"/>
          </a:xfrm>
          <a:custGeom>
            <a:rect b="b" l="l" r="r" t="t"/>
            <a:pathLst>
              <a:path extrusionOk="0" h="171066" w="171066">
                <a:moveTo>
                  <a:pt x="0" y="0"/>
                </a:moveTo>
                <a:lnTo>
                  <a:pt x="171066" y="0"/>
                </a:lnTo>
                <a:lnTo>
                  <a:pt x="171066" y="171066"/>
                </a:lnTo>
                <a:lnTo>
                  <a:pt x="0" y="171066"/>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 name="Google Shape;16;p2"/>
          <p:cNvSpPr/>
          <p:nvPr/>
        </p:nvSpPr>
        <p:spPr>
          <a:xfrm rot="-2700000">
            <a:off x="3258027" y="294804"/>
            <a:ext cx="137292" cy="137292"/>
          </a:xfrm>
          <a:custGeom>
            <a:rect b="b" l="l" r="r" t="t"/>
            <a:pathLst>
              <a:path extrusionOk="0" h="171066" w="171066">
                <a:moveTo>
                  <a:pt x="0" y="0"/>
                </a:moveTo>
                <a:lnTo>
                  <a:pt x="171066" y="0"/>
                </a:lnTo>
                <a:lnTo>
                  <a:pt x="171066" y="171066"/>
                </a:lnTo>
                <a:lnTo>
                  <a:pt x="0" y="171066"/>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 name="Google Shape;17;p2"/>
          <p:cNvSpPr/>
          <p:nvPr/>
        </p:nvSpPr>
        <p:spPr>
          <a:xfrm rot="-2700000">
            <a:off x="2091794" y="4654300"/>
            <a:ext cx="137292" cy="137292"/>
          </a:xfrm>
          <a:custGeom>
            <a:rect b="b" l="l" r="r" t="t"/>
            <a:pathLst>
              <a:path extrusionOk="0" h="171066" w="171066">
                <a:moveTo>
                  <a:pt x="0" y="0"/>
                </a:moveTo>
                <a:lnTo>
                  <a:pt x="171066" y="0"/>
                </a:lnTo>
                <a:lnTo>
                  <a:pt x="171066" y="171066"/>
                </a:lnTo>
                <a:lnTo>
                  <a:pt x="0" y="171066"/>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 name="Google Shape;18;p2"/>
          <p:cNvSpPr/>
          <p:nvPr/>
        </p:nvSpPr>
        <p:spPr>
          <a:xfrm rot="-2700000">
            <a:off x="266135" y="1894497"/>
            <a:ext cx="137292" cy="137292"/>
          </a:xfrm>
          <a:custGeom>
            <a:rect b="b" l="l" r="r" t="t"/>
            <a:pathLst>
              <a:path extrusionOk="0" h="171066" w="171066">
                <a:moveTo>
                  <a:pt x="0" y="0"/>
                </a:moveTo>
                <a:lnTo>
                  <a:pt x="171066" y="0"/>
                </a:lnTo>
                <a:lnTo>
                  <a:pt x="171066" y="171066"/>
                </a:lnTo>
                <a:lnTo>
                  <a:pt x="0" y="171066"/>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 name="Google Shape;19;p2"/>
          <p:cNvSpPr/>
          <p:nvPr/>
        </p:nvSpPr>
        <p:spPr>
          <a:xfrm>
            <a:off x="6495722" y="171242"/>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 name="Google Shape;20;p2"/>
          <p:cNvSpPr/>
          <p:nvPr/>
        </p:nvSpPr>
        <p:spPr>
          <a:xfrm>
            <a:off x="5548472" y="4814317"/>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 name="Google Shape;21;p2"/>
          <p:cNvSpPr txBox="1"/>
          <p:nvPr>
            <p:ph type="ctrTitle"/>
          </p:nvPr>
        </p:nvSpPr>
        <p:spPr>
          <a:xfrm>
            <a:off x="1814850" y="1577788"/>
            <a:ext cx="5514300" cy="17439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Clr>
                <a:srgbClr val="191919"/>
              </a:buClr>
              <a:buSzPts val="5200"/>
              <a:buNone/>
              <a:defRPr sz="64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22" name="Google Shape;22;p2"/>
          <p:cNvSpPr txBox="1"/>
          <p:nvPr>
            <p:ph idx="1" type="subTitle"/>
          </p:nvPr>
        </p:nvSpPr>
        <p:spPr>
          <a:xfrm>
            <a:off x="2430150" y="3547500"/>
            <a:ext cx="4283700" cy="450000"/>
          </a:xfrm>
          <a:prstGeom prst="rect">
            <a:avLst/>
          </a:prstGeom>
          <a:solidFill>
            <a:schemeClr val="dk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23" name="Google Shape;23;p2"/>
          <p:cNvSpPr txBox="1"/>
          <p:nvPr>
            <p:ph idx="2" type="ctrTitle"/>
          </p:nvPr>
        </p:nvSpPr>
        <p:spPr>
          <a:xfrm>
            <a:off x="6938575" y="552675"/>
            <a:ext cx="1492200" cy="450000"/>
          </a:xfrm>
          <a:prstGeom prst="rect">
            <a:avLst/>
          </a:prstGeom>
          <a:solidFill>
            <a:schemeClr val="dk2"/>
          </a:solidFill>
        </p:spPr>
        <p:txBody>
          <a:bodyPr anchorCtr="0" anchor="ctr" bIns="91425" lIns="91425" spcFirstLastPara="1" rIns="91425" wrap="square" tIns="91425">
            <a:noAutofit/>
          </a:bodyPr>
          <a:lstStyle>
            <a:lvl1pPr lvl="0" rtl="0" algn="ctr">
              <a:spcBef>
                <a:spcPts val="0"/>
              </a:spcBef>
              <a:spcAft>
                <a:spcPts val="0"/>
              </a:spcAft>
              <a:buClr>
                <a:srgbClr val="191919"/>
              </a:buClr>
              <a:buSzPts val="1800"/>
              <a:buNone/>
              <a:defRPr sz="2400"/>
            </a:lvl1pPr>
            <a:lvl2pPr lvl="1" rtl="0" algn="ctr">
              <a:spcBef>
                <a:spcPts val="0"/>
              </a:spcBef>
              <a:spcAft>
                <a:spcPts val="0"/>
              </a:spcAft>
              <a:buClr>
                <a:srgbClr val="191919"/>
              </a:buClr>
              <a:buSzPts val="1800"/>
              <a:buNone/>
              <a:defRPr sz="1800">
                <a:solidFill>
                  <a:srgbClr val="191919"/>
                </a:solidFill>
              </a:defRPr>
            </a:lvl2pPr>
            <a:lvl3pPr lvl="2" rtl="0" algn="ctr">
              <a:spcBef>
                <a:spcPts val="0"/>
              </a:spcBef>
              <a:spcAft>
                <a:spcPts val="0"/>
              </a:spcAft>
              <a:buClr>
                <a:srgbClr val="191919"/>
              </a:buClr>
              <a:buSzPts val="1800"/>
              <a:buNone/>
              <a:defRPr sz="1800">
                <a:solidFill>
                  <a:srgbClr val="191919"/>
                </a:solidFill>
              </a:defRPr>
            </a:lvl3pPr>
            <a:lvl4pPr lvl="3" rtl="0" algn="ctr">
              <a:spcBef>
                <a:spcPts val="0"/>
              </a:spcBef>
              <a:spcAft>
                <a:spcPts val="0"/>
              </a:spcAft>
              <a:buClr>
                <a:srgbClr val="191919"/>
              </a:buClr>
              <a:buSzPts val="1800"/>
              <a:buNone/>
              <a:defRPr sz="1800">
                <a:solidFill>
                  <a:srgbClr val="191919"/>
                </a:solidFill>
              </a:defRPr>
            </a:lvl4pPr>
            <a:lvl5pPr lvl="4" rtl="0" algn="ctr">
              <a:spcBef>
                <a:spcPts val="0"/>
              </a:spcBef>
              <a:spcAft>
                <a:spcPts val="0"/>
              </a:spcAft>
              <a:buClr>
                <a:srgbClr val="191919"/>
              </a:buClr>
              <a:buSzPts val="1800"/>
              <a:buNone/>
              <a:defRPr sz="1800">
                <a:solidFill>
                  <a:srgbClr val="191919"/>
                </a:solidFill>
              </a:defRPr>
            </a:lvl5pPr>
            <a:lvl6pPr lvl="5" rtl="0" algn="ctr">
              <a:spcBef>
                <a:spcPts val="0"/>
              </a:spcBef>
              <a:spcAft>
                <a:spcPts val="0"/>
              </a:spcAft>
              <a:buClr>
                <a:srgbClr val="191919"/>
              </a:buClr>
              <a:buSzPts val="1800"/>
              <a:buNone/>
              <a:defRPr sz="1800">
                <a:solidFill>
                  <a:srgbClr val="191919"/>
                </a:solidFill>
              </a:defRPr>
            </a:lvl6pPr>
            <a:lvl7pPr lvl="6" rtl="0" algn="ctr">
              <a:spcBef>
                <a:spcPts val="0"/>
              </a:spcBef>
              <a:spcAft>
                <a:spcPts val="0"/>
              </a:spcAft>
              <a:buClr>
                <a:srgbClr val="191919"/>
              </a:buClr>
              <a:buSzPts val="1800"/>
              <a:buNone/>
              <a:defRPr sz="1800">
                <a:solidFill>
                  <a:srgbClr val="191919"/>
                </a:solidFill>
              </a:defRPr>
            </a:lvl7pPr>
            <a:lvl8pPr lvl="7" rtl="0" algn="ctr">
              <a:spcBef>
                <a:spcPts val="0"/>
              </a:spcBef>
              <a:spcAft>
                <a:spcPts val="0"/>
              </a:spcAft>
              <a:buClr>
                <a:srgbClr val="191919"/>
              </a:buClr>
              <a:buSzPts val="1800"/>
              <a:buNone/>
              <a:defRPr sz="1800">
                <a:solidFill>
                  <a:srgbClr val="191919"/>
                </a:solidFill>
              </a:defRPr>
            </a:lvl8pPr>
            <a:lvl9pPr lvl="8" rtl="0" algn="ctr">
              <a:spcBef>
                <a:spcPts val="0"/>
              </a:spcBef>
              <a:spcAft>
                <a:spcPts val="0"/>
              </a:spcAft>
              <a:buClr>
                <a:srgbClr val="191919"/>
              </a:buClr>
              <a:buSzPts val="1800"/>
              <a:buNone/>
              <a:defRPr sz="1800">
                <a:solidFill>
                  <a:srgbClr val="191919"/>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 name="Shape 24"/>
        <p:cNvGrpSpPr/>
        <p:nvPr/>
      </p:nvGrpSpPr>
      <p:grpSpPr>
        <a:xfrm>
          <a:off x="0" y="0"/>
          <a:ext cx="0" cy="0"/>
          <a:chOff x="0" y="0"/>
          <a:chExt cx="0" cy="0"/>
        </a:xfrm>
      </p:grpSpPr>
      <p:sp>
        <p:nvSpPr>
          <p:cNvPr id="25" name="Google Shape;25;p3"/>
          <p:cNvSpPr/>
          <p:nvPr/>
        </p:nvSpPr>
        <p:spPr>
          <a:xfrm>
            <a:off x="-1626298" y="2598094"/>
            <a:ext cx="3114423" cy="3114423"/>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 name="Google Shape;26;p3"/>
          <p:cNvSpPr/>
          <p:nvPr/>
        </p:nvSpPr>
        <p:spPr>
          <a:xfrm>
            <a:off x="7191750" y="-13688"/>
            <a:ext cx="2085177" cy="901987"/>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 name="Google Shape;27;p3"/>
          <p:cNvSpPr/>
          <p:nvPr/>
        </p:nvSpPr>
        <p:spPr>
          <a:xfrm>
            <a:off x="359972" y="743455"/>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 name="Google Shape;28;p3"/>
          <p:cNvSpPr/>
          <p:nvPr/>
        </p:nvSpPr>
        <p:spPr>
          <a:xfrm rot="-2700000">
            <a:off x="4446660" y="204122"/>
            <a:ext cx="137292" cy="137292"/>
          </a:xfrm>
          <a:custGeom>
            <a:rect b="b" l="l" r="r" t="t"/>
            <a:pathLst>
              <a:path extrusionOk="0" h="171066" w="171066">
                <a:moveTo>
                  <a:pt x="0" y="0"/>
                </a:moveTo>
                <a:lnTo>
                  <a:pt x="171066" y="0"/>
                </a:lnTo>
                <a:lnTo>
                  <a:pt x="171066" y="171066"/>
                </a:lnTo>
                <a:lnTo>
                  <a:pt x="0" y="171066"/>
                </a:lnTo>
                <a:close/>
              </a:path>
            </a:pathLst>
          </a:custGeom>
          <a:solidFill>
            <a:srgbClr val="7CE1C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 name="Google Shape;29;p3"/>
          <p:cNvSpPr/>
          <p:nvPr/>
        </p:nvSpPr>
        <p:spPr>
          <a:xfrm rot="-2700000">
            <a:off x="8603477" y="2503104"/>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 name="Google Shape;30;p3"/>
          <p:cNvSpPr/>
          <p:nvPr/>
        </p:nvSpPr>
        <p:spPr>
          <a:xfrm rot="-2700000">
            <a:off x="2404760" y="4761657"/>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 name="Google Shape;31;p3"/>
          <p:cNvSpPr/>
          <p:nvPr/>
        </p:nvSpPr>
        <p:spPr>
          <a:xfrm rot="-2700000">
            <a:off x="6853619" y="4632436"/>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 name="Google Shape;32;p3"/>
          <p:cNvSpPr/>
          <p:nvPr/>
        </p:nvSpPr>
        <p:spPr>
          <a:xfrm>
            <a:off x="8848072" y="4396730"/>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 name="Google Shape;33;p3"/>
          <p:cNvSpPr txBox="1"/>
          <p:nvPr>
            <p:ph type="title"/>
          </p:nvPr>
        </p:nvSpPr>
        <p:spPr>
          <a:xfrm>
            <a:off x="3151900" y="1636350"/>
            <a:ext cx="4150500" cy="1302300"/>
          </a:xfrm>
          <a:prstGeom prst="rect">
            <a:avLst/>
          </a:prstGeom>
          <a:ln>
            <a:noFill/>
          </a:ln>
        </p:spPr>
        <p:txBody>
          <a:bodyPr anchorCtr="0" anchor="b" bIns="91425" lIns="91425" spcFirstLastPara="1" rIns="91425" wrap="square" tIns="91425">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34" name="Google Shape;34;p3"/>
          <p:cNvSpPr txBox="1"/>
          <p:nvPr>
            <p:ph hasCustomPrompt="1" idx="2" type="title"/>
          </p:nvPr>
        </p:nvSpPr>
        <p:spPr>
          <a:xfrm>
            <a:off x="1475300" y="1690000"/>
            <a:ext cx="1294500" cy="908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sz="48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35" name="Google Shape;35;p3"/>
          <p:cNvSpPr txBox="1"/>
          <p:nvPr>
            <p:ph idx="1" type="subTitle"/>
          </p:nvPr>
        </p:nvSpPr>
        <p:spPr>
          <a:xfrm>
            <a:off x="3151900" y="3080475"/>
            <a:ext cx="3124800" cy="693000"/>
          </a:xfrm>
          <a:prstGeom prst="rect">
            <a:avLst/>
          </a:prstGeom>
          <a:solidFill>
            <a:schemeClr val="dk2"/>
          </a:solidFill>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6" name="Shape 36"/>
        <p:cNvGrpSpPr/>
        <p:nvPr/>
      </p:nvGrpSpPr>
      <p:grpSpPr>
        <a:xfrm>
          <a:off x="0" y="0"/>
          <a:ext cx="0" cy="0"/>
          <a:chOff x="0" y="0"/>
          <a:chExt cx="0" cy="0"/>
        </a:xfrm>
      </p:grpSpPr>
      <p:sp>
        <p:nvSpPr>
          <p:cNvPr id="37" name="Google Shape;37;p4"/>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8" name="Google Shape;38;p4"/>
          <p:cNvSpPr txBox="1"/>
          <p:nvPr>
            <p:ph idx="1" type="body"/>
          </p:nvPr>
        </p:nvSpPr>
        <p:spPr>
          <a:xfrm>
            <a:off x="720000" y="1090525"/>
            <a:ext cx="7704000" cy="4227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Clr>
                <a:schemeClr val="accent1"/>
              </a:buClr>
              <a:buSzPts val="1800"/>
              <a:buFont typeface="Darker Grotesque SemiBold"/>
              <a:buChar char="●"/>
              <a:defRPr/>
            </a:lvl1pPr>
            <a:lvl2pPr indent="-317500" lvl="1" marL="914400" rtl="0">
              <a:lnSpc>
                <a:spcPct val="115000"/>
              </a:lnSpc>
              <a:spcBef>
                <a:spcPts val="0"/>
              </a:spcBef>
              <a:spcAft>
                <a:spcPts val="0"/>
              </a:spcAft>
              <a:buClr>
                <a:srgbClr val="15325B"/>
              </a:buClr>
              <a:buSzPts val="1400"/>
              <a:buFont typeface="Darker Grotesque SemiBold"/>
              <a:buChar char="○"/>
              <a:defRPr>
                <a:solidFill>
                  <a:srgbClr val="434343"/>
                </a:solidFill>
              </a:defRPr>
            </a:lvl2pPr>
            <a:lvl3pPr indent="-317500" lvl="2" marL="1371600" rtl="0">
              <a:lnSpc>
                <a:spcPct val="115000"/>
              </a:lnSpc>
              <a:spcBef>
                <a:spcPts val="0"/>
              </a:spcBef>
              <a:spcAft>
                <a:spcPts val="0"/>
              </a:spcAft>
              <a:buClr>
                <a:srgbClr val="15325B"/>
              </a:buClr>
              <a:buSzPts val="1400"/>
              <a:buFont typeface="Darker Grotesque SemiBold"/>
              <a:buChar char="■"/>
              <a:defRPr>
                <a:solidFill>
                  <a:srgbClr val="434343"/>
                </a:solidFill>
              </a:defRPr>
            </a:lvl3pPr>
            <a:lvl4pPr indent="-317500" lvl="3" marL="1828800" rtl="0">
              <a:lnSpc>
                <a:spcPct val="115000"/>
              </a:lnSpc>
              <a:spcBef>
                <a:spcPts val="0"/>
              </a:spcBef>
              <a:spcAft>
                <a:spcPts val="0"/>
              </a:spcAft>
              <a:buClr>
                <a:srgbClr val="15325B"/>
              </a:buClr>
              <a:buSzPts val="1400"/>
              <a:buFont typeface="Darker Grotesque SemiBold"/>
              <a:buChar char="●"/>
              <a:defRPr>
                <a:solidFill>
                  <a:srgbClr val="434343"/>
                </a:solidFill>
              </a:defRPr>
            </a:lvl4pPr>
            <a:lvl5pPr indent="-317500" lvl="4" marL="2286000" rtl="0">
              <a:lnSpc>
                <a:spcPct val="115000"/>
              </a:lnSpc>
              <a:spcBef>
                <a:spcPts val="0"/>
              </a:spcBef>
              <a:spcAft>
                <a:spcPts val="0"/>
              </a:spcAft>
              <a:buClr>
                <a:srgbClr val="15325B"/>
              </a:buClr>
              <a:buSzPts val="1400"/>
              <a:buFont typeface="Darker Grotesque SemiBold"/>
              <a:buChar char="○"/>
              <a:defRPr>
                <a:solidFill>
                  <a:srgbClr val="434343"/>
                </a:solidFill>
              </a:defRPr>
            </a:lvl5pPr>
            <a:lvl6pPr indent="-317500" lvl="5" marL="2743200" rtl="0">
              <a:lnSpc>
                <a:spcPct val="115000"/>
              </a:lnSpc>
              <a:spcBef>
                <a:spcPts val="0"/>
              </a:spcBef>
              <a:spcAft>
                <a:spcPts val="0"/>
              </a:spcAft>
              <a:buClr>
                <a:srgbClr val="15325B"/>
              </a:buClr>
              <a:buSzPts val="1400"/>
              <a:buFont typeface="Darker Grotesque SemiBold"/>
              <a:buChar char="■"/>
              <a:defRPr>
                <a:solidFill>
                  <a:srgbClr val="434343"/>
                </a:solidFill>
              </a:defRPr>
            </a:lvl6pPr>
            <a:lvl7pPr indent="-317500" lvl="6" marL="3200400" rtl="0">
              <a:lnSpc>
                <a:spcPct val="115000"/>
              </a:lnSpc>
              <a:spcBef>
                <a:spcPts val="0"/>
              </a:spcBef>
              <a:spcAft>
                <a:spcPts val="0"/>
              </a:spcAft>
              <a:buClr>
                <a:srgbClr val="15325B"/>
              </a:buClr>
              <a:buSzPts val="1400"/>
              <a:buFont typeface="Darker Grotesque SemiBold"/>
              <a:buChar char="●"/>
              <a:defRPr>
                <a:solidFill>
                  <a:srgbClr val="434343"/>
                </a:solidFill>
              </a:defRPr>
            </a:lvl7pPr>
            <a:lvl8pPr indent="-317500" lvl="7" marL="3657600" rtl="0">
              <a:lnSpc>
                <a:spcPct val="115000"/>
              </a:lnSpc>
              <a:spcBef>
                <a:spcPts val="0"/>
              </a:spcBef>
              <a:spcAft>
                <a:spcPts val="0"/>
              </a:spcAft>
              <a:buClr>
                <a:srgbClr val="15325B"/>
              </a:buClr>
              <a:buSzPts val="1400"/>
              <a:buFont typeface="Darker Grotesque SemiBold"/>
              <a:buChar char="○"/>
              <a:defRPr>
                <a:solidFill>
                  <a:srgbClr val="434343"/>
                </a:solidFill>
              </a:defRPr>
            </a:lvl8pPr>
            <a:lvl9pPr indent="-317500" lvl="8" marL="4114800" rtl="0">
              <a:lnSpc>
                <a:spcPct val="115000"/>
              </a:lnSpc>
              <a:spcBef>
                <a:spcPts val="0"/>
              </a:spcBef>
              <a:spcAft>
                <a:spcPts val="0"/>
              </a:spcAft>
              <a:buClr>
                <a:srgbClr val="15325B"/>
              </a:buClr>
              <a:buSzPts val="1400"/>
              <a:buFont typeface="Darker Grotesque SemiBold"/>
              <a:buChar char="■"/>
              <a:defRPr>
                <a:solidFill>
                  <a:srgbClr val="434343"/>
                </a:solidFill>
              </a:defRPr>
            </a:lvl9pPr>
          </a:lstStyle>
          <a:p/>
        </p:txBody>
      </p:sp>
      <p:sp>
        <p:nvSpPr>
          <p:cNvPr id="39" name="Google Shape;39;p4"/>
          <p:cNvSpPr/>
          <p:nvPr/>
        </p:nvSpPr>
        <p:spPr>
          <a:xfrm>
            <a:off x="7869273" y="-1426102"/>
            <a:ext cx="2352930" cy="2352930"/>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 name="Google Shape;40;p4"/>
          <p:cNvSpPr/>
          <p:nvPr/>
        </p:nvSpPr>
        <p:spPr>
          <a:xfrm rot="-5400000">
            <a:off x="-659310" y="4179469"/>
            <a:ext cx="1686418" cy="729495"/>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1" name="Google Shape;41;p4"/>
          <p:cNvGrpSpPr/>
          <p:nvPr/>
        </p:nvGrpSpPr>
        <p:grpSpPr>
          <a:xfrm>
            <a:off x="7522021" y="-362459"/>
            <a:ext cx="901968" cy="901968"/>
            <a:chOff x="1350404" y="-3124999"/>
            <a:chExt cx="1570279" cy="1570279"/>
          </a:xfrm>
        </p:grpSpPr>
        <p:sp>
          <p:nvSpPr>
            <p:cNvPr id="42" name="Google Shape;42;p4"/>
            <p:cNvSpPr/>
            <p:nvPr/>
          </p:nvSpPr>
          <p:spPr>
            <a:xfrm>
              <a:off x="2135530" y="-3124999"/>
              <a:ext cx="2889" cy="1570279"/>
            </a:xfrm>
            <a:custGeom>
              <a:rect b="b" l="l" r="r" t="t"/>
              <a:pathLst>
                <a:path extrusionOk="0" h="1570279" w="2889">
                  <a:moveTo>
                    <a:pt x="0" y="0"/>
                  </a:moveTo>
                  <a:lnTo>
                    <a:pt x="0" y="157028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 name="Google Shape;43;p4"/>
            <p:cNvSpPr/>
            <p:nvPr/>
          </p:nvSpPr>
          <p:spPr>
            <a:xfrm>
              <a:off x="1350404" y="-2339874"/>
              <a:ext cx="1570279" cy="2889"/>
            </a:xfrm>
            <a:custGeom>
              <a:rect b="b" l="l" r="r" t="t"/>
              <a:pathLst>
                <a:path extrusionOk="0" h="2889" w="1570279">
                  <a:moveTo>
                    <a:pt x="1570280" y="0"/>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 name="Google Shape;44;p4"/>
            <p:cNvSpPr/>
            <p:nvPr/>
          </p:nvSpPr>
          <p:spPr>
            <a:xfrm>
              <a:off x="1580345" y="-2895030"/>
              <a:ext cx="1110370" cy="1110341"/>
            </a:xfrm>
            <a:custGeom>
              <a:rect b="b" l="l" r="r" t="t"/>
              <a:pathLst>
                <a:path extrusionOk="0" h="1110341" w="1110370">
                  <a:moveTo>
                    <a:pt x="1110371" y="0"/>
                  </a:moveTo>
                  <a:lnTo>
                    <a:pt x="0" y="1110342"/>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 name="Google Shape;45;p4"/>
            <p:cNvSpPr/>
            <p:nvPr/>
          </p:nvSpPr>
          <p:spPr>
            <a:xfrm>
              <a:off x="1580345" y="-2895030"/>
              <a:ext cx="1110370" cy="1110341"/>
            </a:xfrm>
            <a:custGeom>
              <a:rect b="b" l="l" r="r" t="t"/>
              <a:pathLst>
                <a:path extrusionOk="0" h="1110341" w="1110370">
                  <a:moveTo>
                    <a:pt x="1110371" y="1110342"/>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46" name="Google Shape;46;p4"/>
          <p:cNvSpPr/>
          <p:nvPr/>
        </p:nvSpPr>
        <p:spPr>
          <a:xfrm rot="-2700000">
            <a:off x="222460" y="1983532"/>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 name="Google Shape;47;p4"/>
          <p:cNvSpPr/>
          <p:nvPr/>
        </p:nvSpPr>
        <p:spPr>
          <a:xfrm rot="-2700000">
            <a:off x="2415394" y="4841061"/>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 name="Google Shape;48;p4"/>
          <p:cNvSpPr/>
          <p:nvPr/>
        </p:nvSpPr>
        <p:spPr>
          <a:xfrm rot="-2700000">
            <a:off x="4455852" y="138829"/>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 name="Google Shape;49;p4"/>
          <p:cNvSpPr/>
          <p:nvPr/>
        </p:nvSpPr>
        <p:spPr>
          <a:xfrm>
            <a:off x="215272" y="268180"/>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 name="Google Shape;50;p4"/>
          <p:cNvSpPr/>
          <p:nvPr/>
        </p:nvSpPr>
        <p:spPr>
          <a:xfrm rot="-2700000">
            <a:off x="8781469" y="2116186"/>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1" name="Shape 51"/>
        <p:cNvGrpSpPr/>
        <p:nvPr/>
      </p:nvGrpSpPr>
      <p:grpSpPr>
        <a:xfrm>
          <a:off x="0" y="0"/>
          <a:ext cx="0" cy="0"/>
          <a:chOff x="0" y="0"/>
          <a:chExt cx="0" cy="0"/>
        </a:xfrm>
      </p:grpSpPr>
      <p:sp>
        <p:nvSpPr>
          <p:cNvPr id="52" name="Google Shape;52;p5"/>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3" name="Google Shape;53;p5"/>
          <p:cNvSpPr txBox="1"/>
          <p:nvPr>
            <p:ph idx="1" type="subTitle"/>
          </p:nvPr>
        </p:nvSpPr>
        <p:spPr>
          <a:xfrm>
            <a:off x="720000" y="1657325"/>
            <a:ext cx="3692400" cy="111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4" name="Google Shape;54;p5"/>
          <p:cNvSpPr txBox="1"/>
          <p:nvPr>
            <p:ph idx="2" type="subTitle"/>
          </p:nvPr>
        </p:nvSpPr>
        <p:spPr>
          <a:xfrm>
            <a:off x="720000" y="1324175"/>
            <a:ext cx="3692400" cy="447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rgbClr val="17175A"/>
                </a:solidFill>
                <a:latin typeface="Passion One"/>
                <a:ea typeface="Passion One"/>
                <a:cs typeface="Passion One"/>
                <a:sym typeface="Passion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5" name="Google Shape;55;p5"/>
          <p:cNvSpPr txBox="1"/>
          <p:nvPr>
            <p:ph idx="3" type="subTitle"/>
          </p:nvPr>
        </p:nvSpPr>
        <p:spPr>
          <a:xfrm>
            <a:off x="720000" y="3326625"/>
            <a:ext cx="3692400" cy="111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6" name="Google Shape;56;p5"/>
          <p:cNvSpPr txBox="1"/>
          <p:nvPr>
            <p:ph idx="4" type="subTitle"/>
          </p:nvPr>
        </p:nvSpPr>
        <p:spPr>
          <a:xfrm>
            <a:off x="720000" y="2993475"/>
            <a:ext cx="3692400" cy="447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rgbClr val="17175A"/>
                </a:solidFill>
                <a:latin typeface="Passion One"/>
                <a:ea typeface="Passion One"/>
                <a:cs typeface="Passion One"/>
                <a:sym typeface="Passion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7" name="Google Shape;57;p5"/>
          <p:cNvSpPr/>
          <p:nvPr/>
        </p:nvSpPr>
        <p:spPr>
          <a:xfrm>
            <a:off x="7733623" y="3739775"/>
            <a:ext cx="2549720" cy="2549720"/>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58" name="Google Shape;58;p5"/>
          <p:cNvGrpSpPr/>
          <p:nvPr/>
        </p:nvGrpSpPr>
        <p:grpSpPr>
          <a:xfrm>
            <a:off x="4480608" y="-456934"/>
            <a:ext cx="901968" cy="901968"/>
            <a:chOff x="1350404" y="-3124999"/>
            <a:chExt cx="1570279" cy="1570279"/>
          </a:xfrm>
        </p:grpSpPr>
        <p:sp>
          <p:nvSpPr>
            <p:cNvPr id="59" name="Google Shape;59;p5"/>
            <p:cNvSpPr/>
            <p:nvPr/>
          </p:nvSpPr>
          <p:spPr>
            <a:xfrm>
              <a:off x="2135530" y="-3124999"/>
              <a:ext cx="2889" cy="1570279"/>
            </a:xfrm>
            <a:custGeom>
              <a:rect b="b" l="l" r="r" t="t"/>
              <a:pathLst>
                <a:path extrusionOk="0" h="1570279" w="2889">
                  <a:moveTo>
                    <a:pt x="0" y="0"/>
                  </a:moveTo>
                  <a:lnTo>
                    <a:pt x="0" y="157028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 name="Google Shape;60;p5"/>
            <p:cNvSpPr/>
            <p:nvPr/>
          </p:nvSpPr>
          <p:spPr>
            <a:xfrm>
              <a:off x="1350404" y="-2339874"/>
              <a:ext cx="1570279" cy="2889"/>
            </a:xfrm>
            <a:custGeom>
              <a:rect b="b" l="l" r="r" t="t"/>
              <a:pathLst>
                <a:path extrusionOk="0" h="2889" w="1570279">
                  <a:moveTo>
                    <a:pt x="1570280" y="0"/>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 name="Google Shape;61;p5"/>
            <p:cNvSpPr/>
            <p:nvPr/>
          </p:nvSpPr>
          <p:spPr>
            <a:xfrm>
              <a:off x="1580345" y="-2895030"/>
              <a:ext cx="1110370" cy="1110341"/>
            </a:xfrm>
            <a:custGeom>
              <a:rect b="b" l="l" r="r" t="t"/>
              <a:pathLst>
                <a:path extrusionOk="0" h="1110341" w="1110370">
                  <a:moveTo>
                    <a:pt x="1110371" y="0"/>
                  </a:moveTo>
                  <a:lnTo>
                    <a:pt x="0" y="1110342"/>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 name="Google Shape;62;p5"/>
            <p:cNvSpPr/>
            <p:nvPr/>
          </p:nvSpPr>
          <p:spPr>
            <a:xfrm>
              <a:off x="1580345" y="-2895030"/>
              <a:ext cx="1110370" cy="1110341"/>
            </a:xfrm>
            <a:custGeom>
              <a:rect b="b" l="l" r="r" t="t"/>
              <a:pathLst>
                <a:path extrusionOk="0" h="1110341" w="1110370">
                  <a:moveTo>
                    <a:pt x="1110371" y="1110342"/>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63" name="Google Shape;63;p5"/>
          <p:cNvSpPr/>
          <p:nvPr/>
        </p:nvSpPr>
        <p:spPr>
          <a:xfrm rot="-2700000">
            <a:off x="2949972" y="106047"/>
            <a:ext cx="137292" cy="137292"/>
          </a:xfrm>
          <a:custGeom>
            <a:rect b="b" l="l" r="r" t="t"/>
            <a:pathLst>
              <a:path extrusionOk="0" h="171066" w="171066">
                <a:moveTo>
                  <a:pt x="0" y="0"/>
                </a:moveTo>
                <a:lnTo>
                  <a:pt x="171066" y="0"/>
                </a:lnTo>
                <a:lnTo>
                  <a:pt x="171066" y="171066"/>
                </a:lnTo>
                <a:lnTo>
                  <a:pt x="0" y="171066"/>
                </a:lnTo>
                <a:close/>
              </a:path>
            </a:pathLst>
          </a:custGeom>
          <a:solidFill>
            <a:srgbClr val="7CE1C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 name="Google Shape;64;p5"/>
          <p:cNvSpPr/>
          <p:nvPr/>
        </p:nvSpPr>
        <p:spPr>
          <a:xfrm rot="-2700000">
            <a:off x="297915" y="1479329"/>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 name="Google Shape;65;p5"/>
          <p:cNvSpPr/>
          <p:nvPr/>
        </p:nvSpPr>
        <p:spPr>
          <a:xfrm rot="-2700000">
            <a:off x="2193523" y="4771382"/>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 name="Google Shape;66;p5"/>
          <p:cNvSpPr/>
          <p:nvPr/>
        </p:nvSpPr>
        <p:spPr>
          <a:xfrm rot="-2700000">
            <a:off x="8773656" y="514286"/>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 name="Google Shape;67;p5"/>
          <p:cNvSpPr/>
          <p:nvPr/>
        </p:nvSpPr>
        <p:spPr>
          <a:xfrm>
            <a:off x="8588310" y="3321380"/>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8" name="Shape 68"/>
        <p:cNvGrpSpPr/>
        <p:nvPr/>
      </p:nvGrpSpPr>
      <p:grpSpPr>
        <a:xfrm>
          <a:off x="0" y="0"/>
          <a:ext cx="0" cy="0"/>
          <a:chOff x="0" y="0"/>
          <a:chExt cx="0" cy="0"/>
        </a:xfrm>
      </p:grpSpPr>
      <p:sp>
        <p:nvSpPr>
          <p:cNvPr id="69" name="Google Shape;69;p6"/>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70" name="Google Shape;70;p6"/>
          <p:cNvSpPr/>
          <p:nvPr/>
        </p:nvSpPr>
        <p:spPr>
          <a:xfrm>
            <a:off x="8098375" y="-3463"/>
            <a:ext cx="2085177" cy="901987"/>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 name="Google Shape;71;p6"/>
          <p:cNvSpPr/>
          <p:nvPr/>
        </p:nvSpPr>
        <p:spPr>
          <a:xfrm rot="-2700000">
            <a:off x="233547" y="1417097"/>
            <a:ext cx="137292" cy="137292"/>
          </a:xfrm>
          <a:custGeom>
            <a:rect b="b" l="l" r="r" t="t"/>
            <a:pathLst>
              <a:path extrusionOk="0" h="171066" w="171066">
                <a:moveTo>
                  <a:pt x="0" y="0"/>
                </a:moveTo>
                <a:lnTo>
                  <a:pt x="171066" y="0"/>
                </a:lnTo>
                <a:lnTo>
                  <a:pt x="171066" y="171066"/>
                </a:lnTo>
                <a:lnTo>
                  <a:pt x="0" y="171066"/>
                </a:lnTo>
                <a:close/>
              </a:path>
            </a:pathLst>
          </a:custGeom>
          <a:solidFill>
            <a:srgbClr val="7CE1C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 name="Google Shape;72;p6"/>
          <p:cNvSpPr/>
          <p:nvPr/>
        </p:nvSpPr>
        <p:spPr>
          <a:xfrm rot="-2700000">
            <a:off x="2722381" y="146500"/>
            <a:ext cx="137292" cy="137292"/>
          </a:xfrm>
          <a:custGeom>
            <a:rect b="b" l="l" r="r" t="t"/>
            <a:pathLst>
              <a:path extrusionOk="0" h="171066" w="171066">
                <a:moveTo>
                  <a:pt x="0" y="0"/>
                </a:moveTo>
                <a:lnTo>
                  <a:pt x="171066" y="0"/>
                </a:lnTo>
                <a:lnTo>
                  <a:pt x="171066" y="171066"/>
                </a:lnTo>
                <a:lnTo>
                  <a:pt x="0" y="171066"/>
                </a:lnTo>
                <a:close/>
              </a:path>
            </a:pathLst>
          </a:custGeom>
          <a:solidFill>
            <a:srgbClr val="FCBD0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 name="Google Shape;73;p6"/>
          <p:cNvSpPr/>
          <p:nvPr/>
        </p:nvSpPr>
        <p:spPr>
          <a:xfrm rot="-2700000">
            <a:off x="8554690" y="4827704"/>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 name="Google Shape;74;p6"/>
          <p:cNvSpPr/>
          <p:nvPr/>
        </p:nvSpPr>
        <p:spPr>
          <a:xfrm rot="-2700000">
            <a:off x="8674698" y="2033907"/>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5" name="Google Shape;75;p6"/>
          <p:cNvSpPr/>
          <p:nvPr/>
        </p:nvSpPr>
        <p:spPr>
          <a:xfrm rot="-2700000">
            <a:off x="4347506" y="5021861"/>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 name="Google Shape;76;p6"/>
          <p:cNvSpPr/>
          <p:nvPr/>
        </p:nvSpPr>
        <p:spPr>
          <a:xfrm>
            <a:off x="2012760" y="4873730"/>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 name="Google Shape;77;p6"/>
          <p:cNvSpPr/>
          <p:nvPr/>
        </p:nvSpPr>
        <p:spPr>
          <a:xfrm>
            <a:off x="-1783369" y="2199618"/>
            <a:ext cx="2306972" cy="2306972"/>
          </a:xfrm>
          <a:custGeom>
            <a:rect b="b" l="l" r="r" t="t"/>
            <a:pathLst>
              <a:path extrusionOk="0" h="2306972" w="2306972">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8" name="Shape 78"/>
        <p:cNvGrpSpPr/>
        <p:nvPr/>
      </p:nvGrpSpPr>
      <p:grpSpPr>
        <a:xfrm>
          <a:off x="0" y="0"/>
          <a:ext cx="0" cy="0"/>
          <a:chOff x="0" y="0"/>
          <a:chExt cx="0" cy="0"/>
        </a:xfrm>
      </p:grpSpPr>
      <p:sp>
        <p:nvSpPr>
          <p:cNvPr id="79" name="Google Shape;79;p7"/>
          <p:cNvSpPr/>
          <p:nvPr/>
        </p:nvSpPr>
        <p:spPr>
          <a:xfrm>
            <a:off x="-752503" y="-740378"/>
            <a:ext cx="2087690" cy="2087690"/>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 name="Google Shape;80;p7"/>
          <p:cNvSpPr/>
          <p:nvPr/>
        </p:nvSpPr>
        <p:spPr>
          <a:xfrm rot="5400000">
            <a:off x="7832550" y="4153000"/>
            <a:ext cx="2085177" cy="901987"/>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 name="Google Shape;81;p7"/>
          <p:cNvSpPr/>
          <p:nvPr/>
        </p:nvSpPr>
        <p:spPr>
          <a:xfrm rot="-2700000">
            <a:off x="8650260" y="505557"/>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 name="Google Shape;82;p7"/>
          <p:cNvSpPr/>
          <p:nvPr/>
        </p:nvSpPr>
        <p:spPr>
          <a:xfrm rot="-2700000">
            <a:off x="8806494" y="3136661"/>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 name="Google Shape;83;p7"/>
          <p:cNvSpPr/>
          <p:nvPr/>
        </p:nvSpPr>
        <p:spPr>
          <a:xfrm>
            <a:off x="227347" y="2684605"/>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 name="Google Shape;84;p7"/>
          <p:cNvSpPr/>
          <p:nvPr/>
        </p:nvSpPr>
        <p:spPr>
          <a:xfrm rot="-2700000">
            <a:off x="1901219" y="4834000"/>
            <a:ext cx="137292" cy="137292"/>
          </a:xfrm>
          <a:custGeom>
            <a:rect b="b" l="l" r="r" t="t"/>
            <a:pathLst>
              <a:path extrusionOk="0" h="171066" w="171066">
                <a:moveTo>
                  <a:pt x="0" y="0"/>
                </a:moveTo>
                <a:lnTo>
                  <a:pt x="171066" y="0"/>
                </a:lnTo>
                <a:lnTo>
                  <a:pt x="171066" y="171066"/>
                </a:lnTo>
                <a:lnTo>
                  <a:pt x="0" y="171066"/>
                </a:lnTo>
                <a:close/>
              </a:path>
            </a:pathLst>
          </a:custGeom>
          <a:solidFill>
            <a:srgbClr val="FCBD0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 name="Google Shape;85;p7"/>
          <p:cNvSpPr/>
          <p:nvPr/>
        </p:nvSpPr>
        <p:spPr>
          <a:xfrm rot="-2700000">
            <a:off x="4190627" y="216179"/>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 name="Google Shape;86;p7"/>
          <p:cNvSpPr txBox="1"/>
          <p:nvPr>
            <p:ph type="title"/>
          </p:nvPr>
        </p:nvSpPr>
        <p:spPr>
          <a:xfrm>
            <a:off x="4280550" y="826000"/>
            <a:ext cx="3936300" cy="11586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87" name="Google Shape;87;p7"/>
          <p:cNvSpPr txBox="1"/>
          <p:nvPr>
            <p:ph idx="1" type="body"/>
          </p:nvPr>
        </p:nvSpPr>
        <p:spPr>
          <a:xfrm>
            <a:off x="4280550" y="2093200"/>
            <a:ext cx="3936300" cy="2224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17500" lvl="1" marL="914400" rtl="0">
              <a:lnSpc>
                <a:spcPct val="115000"/>
              </a:lnSpc>
              <a:spcBef>
                <a:spcPts val="1600"/>
              </a:spcBef>
              <a:spcAft>
                <a:spcPts val="0"/>
              </a:spcAft>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0"/>
              </a:spcBef>
              <a:spcAft>
                <a:spcPts val="0"/>
              </a:spcAft>
              <a:buSzPts val="1400"/>
              <a:buChar char="●"/>
              <a:defRPr/>
            </a:lvl4pPr>
            <a:lvl5pPr indent="-317500" lvl="4" marL="2286000" rtl="0">
              <a:lnSpc>
                <a:spcPct val="115000"/>
              </a:lnSpc>
              <a:spcBef>
                <a:spcPts val="0"/>
              </a:spcBef>
              <a:spcAft>
                <a:spcPts val="0"/>
              </a:spcAft>
              <a:buSzPts val="1400"/>
              <a:buChar char="○"/>
              <a:defRPr/>
            </a:lvl5pPr>
            <a:lvl6pPr indent="-317500" lvl="5" marL="2743200" rtl="0">
              <a:lnSpc>
                <a:spcPct val="115000"/>
              </a:lnSpc>
              <a:spcBef>
                <a:spcPts val="0"/>
              </a:spcBef>
              <a:spcAft>
                <a:spcPts val="0"/>
              </a:spcAft>
              <a:buSzPts val="1400"/>
              <a:buChar char="■"/>
              <a:defRPr/>
            </a:lvl6pPr>
            <a:lvl7pPr indent="-317500" lvl="6" marL="3200400" rtl="0">
              <a:lnSpc>
                <a:spcPct val="115000"/>
              </a:lnSpc>
              <a:spcBef>
                <a:spcPts val="0"/>
              </a:spcBef>
              <a:spcAft>
                <a:spcPts val="0"/>
              </a:spcAft>
              <a:buSzPts val="1400"/>
              <a:buChar char="●"/>
              <a:defRPr/>
            </a:lvl7pPr>
            <a:lvl8pPr indent="-317500" lvl="7" marL="3657600" rtl="0">
              <a:lnSpc>
                <a:spcPct val="115000"/>
              </a:lnSpc>
              <a:spcBef>
                <a:spcPts val="0"/>
              </a:spcBef>
              <a:spcAft>
                <a:spcPts val="0"/>
              </a:spcAft>
              <a:buSzPts val="1400"/>
              <a:buChar char="○"/>
              <a:defRPr/>
            </a:lvl8pPr>
            <a:lvl9pPr indent="-317500" lvl="8" marL="4114800" rtl="0">
              <a:lnSpc>
                <a:spcPct val="115000"/>
              </a:lnSpc>
              <a:spcBef>
                <a:spcPts val="0"/>
              </a:spcBef>
              <a:spcAft>
                <a:spcPts val="0"/>
              </a:spcAft>
              <a:buSzPts val="1400"/>
              <a:buChar char="■"/>
              <a:defRPr/>
            </a:lvl9pPr>
          </a:lstStyle>
          <a:p/>
        </p:txBody>
      </p:sp>
      <p:sp>
        <p:nvSpPr>
          <p:cNvPr id="88" name="Google Shape;88;p7"/>
          <p:cNvSpPr/>
          <p:nvPr>
            <p:ph idx="2" type="pic"/>
          </p:nvPr>
        </p:nvSpPr>
        <p:spPr>
          <a:xfrm>
            <a:off x="726450" y="539500"/>
            <a:ext cx="3232800" cy="4064400"/>
          </a:xfrm>
          <a:prstGeom prst="round1Rect">
            <a:avLst>
              <a:gd fmla="val 24250" name="adj"/>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9" name="Shape 89"/>
        <p:cNvGrpSpPr/>
        <p:nvPr/>
      </p:nvGrpSpPr>
      <p:grpSpPr>
        <a:xfrm>
          <a:off x="0" y="0"/>
          <a:ext cx="0" cy="0"/>
          <a:chOff x="0" y="0"/>
          <a:chExt cx="0" cy="0"/>
        </a:xfrm>
      </p:grpSpPr>
      <p:sp>
        <p:nvSpPr>
          <p:cNvPr id="90" name="Google Shape;90;p8"/>
          <p:cNvSpPr txBox="1"/>
          <p:nvPr>
            <p:ph type="title"/>
          </p:nvPr>
        </p:nvSpPr>
        <p:spPr>
          <a:xfrm>
            <a:off x="895850" y="1517700"/>
            <a:ext cx="4740900" cy="2108100"/>
          </a:xfrm>
          <a:prstGeom prst="rect">
            <a:avLst/>
          </a:prstGeom>
          <a:ln>
            <a:noFill/>
          </a:ln>
        </p:spPr>
        <p:txBody>
          <a:bodyPr anchorCtr="0" anchor="ctr" bIns="91425" lIns="91425" spcFirstLastPara="1" rIns="91425" wrap="square" tIns="91425">
            <a:noAutofit/>
          </a:bodyPr>
          <a:lstStyle>
            <a:lvl1pPr lvl="0">
              <a:spcBef>
                <a:spcPts val="0"/>
              </a:spcBef>
              <a:spcAft>
                <a:spcPts val="0"/>
              </a:spcAft>
              <a:buSzPts val="6000"/>
              <a:buNone/>
              <a:defRPr sz="5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
        <p:nvSpPr>
          <p:cNvPr id="91" name="Google Shape;91;p8"/>
          <p:cNvSpPr/>
          <p:nvPr/>
        </p:nvSpPr>
        <p:spPr>
          <a:xfrm>
            <a:off x="6985175" y="3093975"/>
            <a:ext cx="2823515" cy="2823515"/>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 name="Google Shape;92;p8"/>
          <p:cNvSpPr/>
          <p:nvPr/>
        </p:nvSpPr>
        <p:spPr>
          <a:xfrm>
            <a:off x="-1120800" y="-666912"/>
            <a:ext cx="2412822" cy="2412822"/>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 name="Google Shape;93;p8"/>
          <p:cNvSpPr/>
          <p:nvPr/>
        </p:nvSpPr>
        <p:spPr>
          <a:xfrm>
            <a:off x="150782" y="4603993"/>
            <a:ext cx="2306972" cy="2306972"/>
          </a:xfrm>
          <a:custGeom>
            <a:rect b="b" l="l" r="r" t="t"/>
            <a:pathLst>
              <a:path extrusionOk="0" h="2306972" w="2306972">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94" name="Google Shape;94;p8"/>
          <p:cNvGrpSpPr/>
          <p:nvPr/>
        </p:nvGrpSpPr>
        <p:grpSpPr>
          <a:xfrm>
            <a:off x="971933" y="-362459"/>
            <a:ext cx="901968" cy="901968"/>
            <a:chOff x="1350404" y="-3124999"/>
            <a:chExt cx="1570279" cy="1570279"/>
          </a:xfrm>
        </p:grpSpPr>
        <p:sp>
          <p:nvSpPr>
            <p:cNvPr id="95" name="Google Shape;95;p8"/>
            <p:cNvSpPr/>
            <p:nvPr/>
          </p:nvSpPr>
          <p:spPr>
            <a:xfrm>
              <a:off x="2135530" y="-3124999"/>
              <a:ext cx="2889" cy="1570279"/>
            </a:xfrm>
            <a:custGeom>
              <a:rect b="b" l="l" r="r" t="t"/>
              <a:pathLst>
                <a:path extrusionOk="0" h="1570279" w="2889">
                  <a:moveTo>
                    <a:pt x="0" y="0"/>
                  </a:moveTo>
                  <a:lnTo>
                    <a:pt x="0" y="157028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 name="Google Shape;96;p8"/>
            <p:cNvSpPr/>
            <p:nvPr/>
          </p:nvSpPr>
          <p:spPr>
            <a:xfrm>
              <a:off x="1350404" y="-2339874"/>
              <a:ext cx="1570279" cy="2889"/>
            </a:xfrm>
            <a:custGeom>
              <a:rect b="b" l="l" r="r" t="t"/>
              <a:pathLst>
                <a:path extrusionOk="0" h="2889" w="1570279">
                  <a:moveTo>
                    <a:pt x="1570280" y="0"/>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 name="Google Shape;97;p8"/>
            <p:cNvSpPr/>
            <p:nvPr/>
          </p:nvSpPr>
          <p:spPr>
            <a:xfrm>
              <a:off x="1580345" y="-2895030"/>
              <a:ext cx="1110370" cy="1110341"/>
            </a:xfrm>
            <a:custGeom>
              <a:rect b="b" l="l" r="r" t="t"/>
              <a:pathLst>
                <a:path extrusionOk="0" h="1110341" w="1110370">
                  <a:moveTo>
                    <a:pt x="1110371" y="0"/>
                  </a:moveTo>
                  <a:lnTo>
                    <a:pt x="0" y="1110342"/>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 name="Google Shape;98;p8"/>
            <p:cNvSpPr/>
            <p:nvPr/>
          </p:nvSpPr>
          <p:spPr>
            <a:xfrm>
              <a:off x="1580345" y="-2895030"/>
              <a:ext cx="1110370" cy="1110341"/>
            </a:xfrm>
            <a:custGeom>
              <a:rect b="b" l="l" r="r" t="t"/>
              <a:pathLst>
                <a:path extrusionOk="0" h="1110341" w="1110370">
                  <a:moveTo>
                    <a:pt x="1110371" y="1110342"/>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99" name="Google Shape;99;p8"/>
          <p:cNvSpPr/>
          <p:nvPr/>
        </p:nvSpPr>
        <p:spPr>
          <a:xfrm rot="-2700000">
            <a:off x="6424797" y="4701822"/>
            <a:ext cx="137292" cy="137292"/>
          </a:xfrm>
          <a:custGeom>
            <a:rect b="b" l="l" r="r" t="t"/>
            <a:pathLst>
              <a:path extrusionOk="0" h="171066" w="171066">
                <a:moveTo>
                  <a:pt x="0" y="0"/>
                </a:moveTo>
                <a:lnTo>
                  <a:pt x="171066" y="0"/>
                </a:lnTo>
                <a:lnTo>
                  <a:pt x="171066" y="171066"/>
                </a:lnTo>
                <a:lnTo>
                  <a:pt x="0" y="171066"/>
                </a:lnTo>
                <a:close/>
              </a:path>
            </a:pathLst>
          </a:custGeom>
          <a:solidFill>
            <a:srgbClr val="7CE1C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 name="Google Shape;100;p8"/>
          <p:cNvSpPr/>
          <p:nvPr/>
        </p:nvSpPr>
        <p:spPr>
          <a:xfrm rot="-2700000">
            <a:off x="253681" y="2719075"/>
            <a:ext cx="137292" cy="137292"/>
          </a:xfrm>
          <a:custGeom>
            <a:rect b="b" l="l" r="r" t="t"/>
            <a:pathLst>
              <a:path extrusionOk="0" h="171066" w="171066">
                <a:moveTo>
                  <a:pt x="0" y="0"/>
                </a:moveTo>
                <a:lnTo>
                  <a:pt x="171066" y="0"/>
                </a:lnTo>
                <a:lnTo>
                  <a:pt x="171066" y="171066"/>
                </a:lnTo>
                <a:lnTo>
                  <a:pt x="0" y="171066"/>
                </a:lnTo>
                <a:close/>
              </a:path>
            </a:pathLst>
          </a:custGeom>
          <a:solidFill>
            <a:srgbClr val="FCBD0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 name="Google Shape;101;p8"/>
          <p:cNvSpPr/>
          <p:nvPr/>
        </p:nvSpPr>
        <p:spPr>
          <a:xfrm rot="-2700000">
            <a:off x="4685702" y="201779"/>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 name="Google Shape;102;p8"/>
          <p:cNvSpPr/>
          <p:nvPr/>
        </p:nvSpPr>
        <p:spPr>
          <a:xfrm rot="-2700000">
            <a:off x="8557898" y="470857"/>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 name="Google Shape;103;p8"/>
          <p:cNvSpPr/>
          <p:nvPr/>
        </p:nvSpPr>
        <p:spPr>
          <a:xfrm rot="-2700000">
            <a:off x="2831331" y="4799061"/>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 name="Google Shape;104;p8"/>
          <p:cNvSpPr/>
          <p:nvPr/>
        </p:nvSpPr>
        <p:spPr>
          <a:xfrm>
            <a:off x="8723635" y="2387705"/>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 name="Google Shape;105;p8"/>
          <p:cNvSpPr/>
          <p:nvPr/>
        </p:nvSpPr>
        <p:spPr>
          <a:xfrm>
            <a:off x="5982401" y="-1443476"/>
            <a:ext cx="1810973" cy="1810973"/>
          </a:xfrm>
          <a:custGeom>
            <a:rect b="b" l="l" r="r" t="t"/>
            <a:pathLst>
              <a:path extrusionOk="0" h="2306972" w="2306972">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6" name="Shape 106"/>
        <p:cNvGrpSpPr/>
        <p:nvPr/>
      </p:nvGrpSpPr>
      <p:grpSpPr>
        <a:xfrm>
          <a:off x="0" y="0"/>
          <a:ext cx="0" cy="0"/>
          <a:chOff x="0" y="0"/>
          <a:chExt cx="0" cy="0"/>
        </a:xfrm>
      </p:grpSpPr>
      <p:sp>
        <p:nvSpPr>
          <p:cNvPr id="107" name="Google Shape;107;p9"/>
          <p:cNvSpPr txBox="1"/>
          <p:nvPr>
            <p:ph idx="1" type="subTitle"/>
          </p:nvPr>
        </p:nvSpPr>
        <p:spPr>
          <a:xfrm>
            <a:off x="720075" y="1229900"/>
            <a:ext cx="4149300" cy="2677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8" name="Google Shape;108;p9"/>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09" name="Google Shape;109;p9"/>
          <p:cNvSpPr txBox="1"/>
          <p:nvPr>
            <p:ph idx="2" type="subTitle"/>
          </p:nvPr>
        </p:nvSpPr>
        <p:spPr>
          <a:xfrm>
            <a:off x="5258200" y="1229900"/>
            <a:ext cx="3165900" cy="3374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10" name="Google Shape;110;p9"/>
          <p:cNvSpPr/>
          <p:nvPr/>
        </p:nvSpPr>
        <p:spPr>
          <a:xfrm>
            <a:off x="-1066000" y="4148624"/>
            <a:ext cx="2318705" cy="2318705"/>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 name="Google Shape;111;p9"/>
          <p:cNvSpPr/>
          <p:nvPr/>
        </p:nvSpPr>
        <p:spPr>
          <a:xfrm rot="-2700000">
            <a:off x="8725469" y="4535350"/>
            <a:ext cx="137292" cy="137292"/>
          </a:xfrm>
          <a:custGeom>
            <a:rect b="b" l="l" r="r" t="t"/>
            <a:pathLst>
              <a:path extrusionOk="0" h="171066" w="171066">
                <a:moveTo>
                  <a:pt x="0" y="0"/>
                </a:moveTo>
                <a:lnTo>
                  <a:pt x="171066" y="0"/>
                </a:lnTo>
                <a:lnTo>
                  <a:pt x="171066" y="171066"/>
                </a:lnTo>
                <a:lnTo>
                  <a:pt x="0" y="171066"/>
                </a:lnTo>
                <a:close/>
              </a:path>
            </a:pathLst>
          </a:custGeom>
          <a:solidFill>
            <a:srgbClr val="FCBD0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 name="Google Shape;112;p9"/>
          <p:cNvSpPr/>
          <p:nvPr/>
        </p:nvSpPr>
        <p:spPr>
          <a:xfrm rot="5400000">
            <a:off x="7832400" y="516812"/>
            <a:ext cx="2085177" cy="901987"/>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 name="Google Shape;113;p9"/>
          <p:cNvSpPr/>
          <p:nvPr/>
        </p:nvSpPr>
        <p:spPr>
          <a:xfrm rot="-2700000">
            <a:off x="248002" y="2229704"/>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 name="Google Shape;114;p9"/>
          <p:cNvSpPr/>
          <p:nvPr/>
        </p:nvSpPr>
        <p:spPr>
          <a:xfrm>
            <a:off x="3253647" y="4801005"/>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 name="Google Shape;115;p9"/>
          <p:cNvSpPr/>
          <p:nvPr/>
        </p:nvSpPr>
        <p:spPr>
          <a:xfrm>
            <a:off x="-1253581" y="-1661857"/>
            <a:ext cx="2306972" cy="2306972"/>
          </a:xfrm>
          <a:custGeom>
            <a:rect b="b" l="l" r="r" t="t"/>
            <a:pathLst>
              <a:path extrusionOk="0" h="2306972" w="2306972">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6" name="Google Shape;116;p9"/>
          <p:cNvSpPr/>
          <p:nvPr/>
        </p:nvSpPr>
        <p:spPr>
          <a:xfrm rot="-2700000">
            <a:off x="2499794" y="131811"/>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7" name="Shape 117"/>
        <p:cNvGrpSpPr/>
        <p:nvPr/>
      </p:nvGrpSpPr>
      <p:grpSpPr>
        <a:xfrm>
          <a:off x="0" y="0"/>
          <a:ext cx="0" cy="0"/>
          <a:chOff x="0" y="0"/>
          <a:chExt cx="0" cy="0"/>
        </a:xfrm>
      </p:grpSpPr>
      <p:sp>
        <p:nvSpPr>
          <p:cNvPr id="118" name="Google Shape;118;p10"/>
          <p:cNvSpPr/>
          <p:nvPr>
            <p:ph idx="2" type="pic"/>
          </p:nvPr>
        </p:nvSpPr>
        <p:spPr>
          <a:xfrm>
            <a:off x="25" y="0"/>
            <a:ext cx="9144000" cy="5143500"/>
          </a:xfrm>
          <a:prstGeom prst="rect">
            <a:avLst/>
          </a:prstGeom>
          <a:noFill/>
          <a:ln>
            <a:noFill/>
          </a:ln>
        </p:spPr>
      </p:sp>
      <p:sp>
        <p:nvSpPr>
          <p:cNvPr id="119" name="Google Shape;119;p10"/>
          <p:cNvSpPr txBox="1"/>
          <p:nvPr>
            <p:ph type="title"/>
          </p:nvPr>
        </p:nvSpPr>
        <p:spPr>
          <a:xfrm>
            <a:off x="5618875" y="539500"/>
            <a:ext cx="2811900" cy="627000"/>
          </a:xfrm>
          <a:prstGeom prst="rect">
            <a:avLst/>
          </a:prstGeom>
          <a:solidFill>
            <a:schemeClr val="dk2"/>
          </a:solidFill>
          <a:ln>
            <a:noFill/>
          </a:ln>
        </p:spPr>
        <p:txBody>
          <a:bodyPr anchorCtr="0" anchor="ctr" bIns="91425" lIns="91425" spcFirstLastPara="1" rIns="91425" wrap="square" tIns="91425">
            <a:noAutofit/>
          </a:bodyPr>
          <a:lstStyle>
            <a:lvl1pPr lvl="0" rtl="0">
              <a:spcBef>
                <a:spcPts val="0"/>
              </a:spcBef>
              <a:spcAft>
                <a:spcPts val="0"/>
              </a:spcAft>
              <a:buSzPts val="3000"/>
              <a:buNone/>
              <a:defRPr sz="20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0" name="Shape 120"/>
        <p:cNvGrpSpPr/>
        <p:nvPr/>
      </p:nvGrpSpPr>
      <p:grpSpPr>
        <a:xfrm>
          <a:off x="0" y="0"/>
          <a:ext cx="0" cy="0"/>
          <a:chOff x="0" y="0"/>
          <a:chExt cx="0" cy="0"/>
        </a:xfrm>
      </p:grpSpPr>
      <p:sp>
        <p:nvSpPr>
          <p:cNvPr id="121" name="Google Shape;121;p11"/>
          <p:cNvSpPr txBox="1"/>
          <p:nvPr>
            <p:ph hasCustomPrompt="1" type="title"/>
          </p:nvPr>
        </p:nvSpPr>
        <p:spPr>
          <a:xfrm>
            <a:off x="4811950" y="1776350"/>
            <a:ext cx="3095400" cy="1024200"/>
          </a:xfrm>
          <a:prstGeom prst="rect">
            <a:avLst/>
          </a:prstGeom>
        </p:spPr>
        <p:txBody>
          <a:bodyPr anchorCtr="0" anchor="ctr" bIns="91425" lIns="91425" spcFirstLastPara="1" rIns="91425" wrap="square" tIns="91425">
            <a:noAutofit/>
          </a:bodyPr>
          <a:lstStyle>
            <a:lvl1pPr lvl="0">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22" name="Google Shape;122;p11"/>
          <p:cNvSpPr txBox="1"/>
          <p:nvPr>
            <p:ph idx="1" type="subTitle"/>
          </p:nvPr>
        </p:nvSpPr>
        <p:spPr>
          <a:xfrm>
            <a:off x="4811950" y="2864350"/>
            <a:ext cx="3095400" cy="502800"/>
          </a:xfrm>
          <a:prstGeom prst="rect">
            <a:avLst/>
          </a:prstGeom>
          <a:solidFill>
            <a:schemeClr val="dk2"/>
          </a:solidFill>
          <a:ln>
            <a:noFill/>
          </a:ln>
        </p:spPr>
        <p:txBody>
          <a:bodyPr anchorCtr="0" anchor="t" bIns="91425" lIns="91425" spcFirstLastPara="1" rIns="91425" wrap="square" tIns="91425">
            <a:noAutofit/>
          </a:bodyPr>
          <a:lstStyle>
            <a:lvl1pPr lvl="0" rtl="0">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123" name="Google Shape;123;p11"/>
          <p:cNvSpPr/>
          <p:nvPr/>
        </p:nvSpPr>
        <p:spPr>
          <a:xfrm>
            <a:off x="-858351" y="1447575"/>
            <a:ext cx="2352930" cy="2352930"/>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4" name="Google Shape;124;p11"/>
          <p:cNvSpPr/>
          <p:nvPr/>
        </p:nvSpPr>
        <p:spPr>
          <a:xfrm rot="10800000">
            <a:off x="5910838" y="4241512"/>
            <a:ext cx="2085177" cy="901987"/>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5" name="Google Shape;125;p11"/>
          <p:cNvSpPr/>
          <p:nvPr/>
        </p:nvSpPr>
        <p:spPr>
          <a:xfrm>
            <a:off x="2888113" y="12"/>
            <a:ext cx="2085177" cy="901987"/>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6" name="Google Shape;126;p11"/>
          <p:cNvSpPr/>
          <p:nvPr/>
        </p:nvSpPr>
        <p:spPr>
          <a:xfrm>
            <a:off x="7996032" y="-1493732"/>
            <a:ext cx="2306972" cy="2306972"/>
          </a:xfrm>
          <a:custGeom>
            <a:rect b="b" l="l" r="r" t="t"/>
            <a:pathLst>
              <a:path extrusionOk="0" h="2306972" w="2306972">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7" name="Google Shape;127;p11"/>
          <p:cNvSpPr/>
          <p:nvPr/>
        </p:nvSpPr>
        <p:spPr>
          <a:xfrm>
            <a:off x="-1137174" y="539498"/>
            <a:ext cx="1666787" cy="1666787"/>
          </a:xfrm>
          <a:custGeom>
            <a:rect b="b" l="l" r="r" t="t"/>
            <a:pathLst>
              <a:path extrusionOk="0" h="2306972" w="2306972">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 name="Google Shape;128;p11"/>
          <p:cNvSpPr/>
          <p:nvPr/>
        </p:nvSpPr>
        <p:spPr>
          <a:xfrm rot="-2700000">
            <a:off x="1710897" y="219047"/>
            <a:ext cx="137292" cy="137292"/>
          </a:xfrm>
          <a:custGeom>
            <a:rect b="b" l="l" r="r" t="t"/>
            <a:pathLst>
              <a:path extrusionOk="0" h="171066" w="171066">
                <a:moveTo>
                  <a:pt x="0" y="0"/>
                </a:moveTo>
                <a:lnTo>
                  <a:pt x="171066" y="0"/>
                </a:lnTo>
                <a:lnTo>
                  <a:pt x="171066" y="171066"/>
                </a:lnTo>
                <a:lnTo>
                  <a:pt x="0" y="171066"/>
                </a:lnTo>
                <a:close/>
              </a:path>
            </a:pathLst>
          </a:custGeom>
          <a:solidFill>
            <a:srgbClr val="7CE1C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 name="Google Shape;129;p11"/>
          <p:cNvSpPr/>
          <p:nvPr/>
        </p:nvSpPr>
        <p:spPr>
          <a:xfrm rot="-2700000">
            <a:off x="3529106" y="4758000"/>
            <a:ext cx="137292" cy="137292"/>
          </a:xfrm>
          <a:custGeom>
            <a:rect b="b" l="l" r="r" t="t"/>
            <a:pathLst>
              <a:path extrusionOk="0" h="171066" w="171066">
                <a:moveTo>
                  <a:pt x="0" y="0"/>
                </a:moveTo>
                <a:lnTo>
                  <a:pt x="171066" y="0"/>
                </a:lnTo>
                <a:lnTo>
                  <a:pt x="171066" y="171066"/>
                </a:lnTo>
                <a:lnTo>
                  <a:pt x="0" y="171066"/>
                </a:lnTo>
                <a:close/>
              </a:path>
            </a:pathLst>
          </a:custGeom>
          <a:solidFill>
            <a:srgbClr val="FCBD0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 name="Google Shape;130;p11"/>
          <p:cNvSpPr/>
          <p:nvPr/>
        </p:nvSpPr>
        <p:spPr>
          <a:xfrm rot="-2700000">
            <a:off x="8797665" y="2634829"/>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 name="Google Shape;131;p11"/>
          <p:cNvSpPr/>
          <p:nvPr/>
        </p:nvSpPr>
        <p:spPr>
          <a:xfrm rot="-2700000">
            <a:off x="313323" y="4438282"/>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 name="Google Shape;132;p11"/>
          <p:cNvSpPr/>
          <p:nvPr/>
        </p:nvSpPr>
        <p:spPr>
          <a:xfrm rot="-2700000">
            <a:off x="6748206" y="219061"/>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 name="Google Shape;133;p11"/>
          <p:cNvSpPr/>
          <p:nvPr/>
        </p:nvSpPr>
        <p:spPr>
          <a:xfrm>
            <a:off x="8528260" y="4632655"/>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134" name="Shape 134"/>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35" name="Shape 135"/>
        <p:cNvGrpSpPr/>
        <p:nvPr/>
      </p:nvGrpSpPr>
      <p:grpSpPr>
        <a:xfrm>
          <a:off x="0" y="0"/>
          <a:ext cx="0" cy="0"/>
          <a:chOff x="0" y="0"/>
          <a:chExt cx="0" cy="0"/>
        </a:xfrm>
      </p:grpSpPr>
      <p:sp>
        <p:nvSpPr>
          <p:cNvPr id="136" name="Google Shape;136;p13"/>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37" name="Google Shape;137;p13"/>
          <p:cNvSpPr/>
          <p:nvPr/>
        </p:nvSpPr>
        <p:spPr>
          <a:xfrm rot="5400000">
            <a:off x="7838850" y="2400562"/>
            <a:ext cx="2085177" cy="901987"/>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 name="Google Shape;138;p13"/>
          <p:cNvSpPr/>
          <p:nvPr/>
        </p:nvSpPr>
        <p:spPr>
          <a:xfrm>
            <a:off x="-440256" y="4736368"/>
            <a:ext cx="2306972" cy="2306972"/>
          </a:xfrm>
          <a:custGeom>
            <a:rect b="b" l="l" r="r" t="t"/>
            <a:pathLst>
              <a:path extrusionOk="0" h="2306972" w="2306972">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9" name="Google Shape;139;p13"/>
          <p:cNvSpPr/>
          <p:nvPr/>
        </p:nvSpPr>
        <p:spPr>
          <a:xfrm rot="-2700000">
            <a:off x="6590706" y="244975"/>
            <a:ext cx="137292" cy="137292"/>
          </a:xfrm>
          <a:custGeom>
            <a:rect b="b" l="l" r="r" t="t"/>
            <a:pathLst>
              <a:path extrusionOk="0" h="171066" w="171066">
                <a:moveTo>
                  <a:pt x="0" y="0"/>
                </a:moveTo>
                <a:lnTo>
                  <a:pt x="171066" y="0"/>
                </a:lnTo>
                <a:lnTo>
                  <a:pt x="171066" y="171066"/>
                </a:lnTo>
                <a:lnTo>
                  <a:pt x="0" y="171066"/>
                </a:lnTo>
                <a:close/>
              </a:path>
            </a:pathLst>
          </a:custGeom>
          <a:solidFill>
            <a:srgbClr val="FCBD0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 name="Google Shape;140;p13"/>
          <p:cNvSpPr/>
          <p:nvPr/>
        </p:nvSpPr>
        <p:spPr>
          <a:xfrm rot="-2700000">
            <a:off x="380690" y="470854"/>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 name="Google Shape;141;p13"/>
          <p:cNvSpPr/>
          <p:nvPr/>
        </p:nvSpPr>
        <p:spPr>
          <a:xfrm rot="-2700000">
            <a:off x="225873" y="3771132"/>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2" name="Google Shape;142;p13"/>
          <p:cNvSpPr/>
          <p:nvPr/>
        </p:nvSpPr>
        <p:spPr>
          <a:xfrm rot="-2700000">
            <a:off x="5154256" y="4855211"/>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3" name="Google Shape;143;p13"/>
          <p:cNvSpPr/>
          <p:nvPr/>
        </p:nvSpPr>
        <p:spPr>
          <a:xfrm>
            <a:off x="8680385" y="1689280"/>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144" name="Shape 144"/>
        <p:cNvGrpSpPr/>
        <p:nvPr/>
      </p:nvGrpSpPr>
      <p:grpSpPr>
        <a:xfrm>
          <a:off x="0" y="0"/>
          <a:ext cx="0" cy="0"/>
          <a:chOff x="0" y="0"/>
          <a:chExt cx="0" cy="0"/>
        </a:xfrm>
      </p:grpSpPr>
      <p:sp>
        <p:nvSpPr>
          <p:cNvPr id="145" name="Google Shape;145;p14"/>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46" name="Google Shape;146;p14"/>
          <p:cNvSpPr/>
          <p:nvPr/>
        </p:nvSpPr>
        <p:spPr>
          <a:xfrm rot="10800000">
            <a:off x="2828100" y="4740087"/>
            <a:ext cx="2085177" cy="901987"/>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7" name="Google Shape;147;p14"/>
          <p:cNvSpPr/>
          <p:nvPr/>
        </p:nvSpPr>
        <p:spPr>
          <a:xfrm>
            <a:off x="8635807" y="-422119"/>
            <a:ext cx="2306972" cy="2306972"/>
          </a:xfrm>
          <a:custGeom>
            <a:rect b="b" l="l" r="r" t="t"/>
            <a:pathLst>
              <a:path extrusionOk="0" h="2306972" w="2306972">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48" name="Google Shape;148;p14"/>
          <p:cNvGrpSpPr/>
          <p:nvPr/>
        </p:nvGrpSpPr>
        <p:grpSpPr>
          <a:xfrm>
            <a:off x="-306292" y="912466"/>
            <a:ext cx="901968" cy="901968"/>
            <a:chOff x="1350404" y="-3124999"/>
            <a:chExt cx="1570279" cy="1570279"/>
          </a:xfrm>
        </p:grpSpPr>
        <p:sp>
          <p:nvSpPr>
            <p:cNvPr id="149" name="Google Shape;149;p14"/>
            <p:cNvSpPr/>
            <p:nvPr/>
          </p:nvSpPr>
          <p:spPr>
            <a:xfrm>
              <a:off x="2135530" y="-3124999"/>
              <a:ext cx="2889" cy="1570279"/>
            </a:xfrm>
            <a:custGeom>
              <a:rect b="b" l="l" r="r" t="t"/>
              <a:pathLst>
                <a:path extrusionOk="0" h="1570279" w="2889">
                  <a:moveTo>
                    <a:pt x="0" y="0"/>
                  </a:moveTo>
                  <a:lnTo>
                    <a:pt x="0" y="157028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0" name="Google Shape;150;p14"/>
            <p:cNvSpPr/>
            <p:nvPr/>
          </p:nvSpPr>
          <p:spPr>
            <a:xfrm>
              <a:off x="1350404" y="-2339874"/>
              <a:ext cx="1570279" cy="2889"/>
            </a:xfrm>
            <a:custGeom>
              <a:rect b="b" l="l" r="r" t="t"/>
              <a:pathLst>
                <a:path extrusionOk="0" h="2889" w="1570279">
                  <a:moveTo>
                    <a:pt x="1570280" y="0"/>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1" name="Google Shape;151;p14"/>
            <p:cNvSpPr/>
            <p:nvPr/>
          </p:nvSpPr>
          <p:spPr>
            <a:xfrm>
              <a:off x="1580345" y="-2895030"/>
              <a:ext cx="1110370" cy="1110341"/>
            </a:xfrm>
            <a:custGeom>
              <a:rect b="b" l="l" r="r" t="t"/>
              <a:pathLst>
                <a:path extrusionOk="0" h="1110341" w="1110370">
                  <a:moveTo>
                    <a:pt x="1110371" y="0"/>
                  </a:moveTo>
                  <a:lnTo>
                    <a:pt x="0" y="1110342"/>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2" name="Google Shape;152;p14"/>
            <p:cNvSpPr/>
            <p:nvPr/>
          </p:nvSpPr>
          <p:spPr>
            <a:xfrm>
              <a:off x="1580345" y="-2895030"/>
              <a:ext cx="1110370" cy="1110341"/>
            </a:xfrm>
            <a:custGeom>
              <a:rect b="b" l="l" r="r" t="t"/>
              <a:pathLst>
                <a:path extrusionOk="0" h="1110341" w="1110370">
                  <a:moveTo>
                    <a:pt x="1110371" y="1110342"/>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53" name="Google Shape;153;p14"/>
          <p:cNvSpPr/>
          <p:nvPr/>
        </p:nvSpPr>
        <p:spPr>
          <a:xfrm rot="-2700000">
            <a:off x="163372" y="3867747"/>
            <a:ext cx="137292" cy="137292"/>
          </a:xfrm>
          <a:custGeom>
            <a:rect b="b" l="l" r="r" t="t"/>
            <a:pathLst>
              <a:path extrusionOk="0" h="171066" w="171066">
                <a:moveTo>
                  <a:pt x="0" y="0"/>
                </a:moveTo>
                <a:lnTo>
                  <a:pt x="171066" y="0"/>
                </a:lnTo>
                <a:lnTo>
                  <a:pt x="171066" y="171066"/>
                </a:lnTo>
                <a:lnTo>
                  <a:pt x="0" y="171066"/>
                </a:lnTo>
                <a:close/>
              </a:path>
            </a:pathLst>
          </a:custGeom>
          <a:solidFill>
            <a:srgbClr val="7CE1C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4" name="Google Shape;154;p14"/>
          <p:cNvSpPr/>
          <p:nvPr/>
        </p:nvSpPr>
        <p:spPr>
          <a:xfrm rot="-2700000">
            <a:off x="8758815" y="4632429"/>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5" name="Google Shape;155;p14"/>
          <p:cNvSpPr/>
          <p:nvPr/>
        </p:nvSpPr>
        <p:spPr>
          <a:xfrm rot="-2700000">
            <a:off x="8758810" y="2340807"/>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6" name="Google Shape;156;p14"/>
          <p:cNvSpPr/>
          <p:nvPr/>
        </p:nvSpPr>
        <p:spPr>
          <a:xfrm rot="-2700000">
            <a:off x="4503356" y="183111"/>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7" name="Google Shape;157;p14"/>
          <p:cNvSpPr/>
          <p:nvPr/>
        </p:nvSpPr>
        <p:spPr>
          <a:xfrm>
            <a:off x="2473085" y="4740080"/>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1_2">
    <p:spTree>
      <p:nvGrpSpPr>
        <p:cNvPr id="158" name="Shape 158"/>
        <p:cNvGrpSpPr/>
        <p:nvPr/>
      </p:nvGrpSpPr>
      <p:grpSpPr>
        <a:xfrm>
          <a:off x="0" y="0"/>
          <a:ext cx="0" cy="0"/>
          <a:chOff x="0" y="0"/>
          <a:chExt cx="0" cy="0"/>
        </a:xfrm>
      </p:grpSpPr>
      <p:sp>
        <p:nvSpPr>
          <p:cNvPr id="159" name="Google Shape;159;p15"/>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60" name="Google Shape;160;p15"/>
          <p:cNvSpPr/>
          <p:nvPr/>
        </p:nvSpPr>
        <p:spPr>
          <a:xfrm>
            <a:off x="8114384" y="-1111841"/>
            <a:ext cx="2087690" cy="2087690"/>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1" name="Google Shape;161;p15"/>
          <p:cNvSpPr/>
          <p:nvPr/>
        </p:nvSpPr>
        <p:spPr>
          <a:xfrm rot="-5400000">
            <a:off x="-505187" y="4507042"/>
            <a:ext cx="1686418" cy="729495"/>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2" name="Google Shape;162;p15"/>
          <p:cNvSpPr/>
          <p:nvPr/>
        </p:nvSpPr>
        <p:spPr>
          <a:xfrm rot="-2700000">
            <a:off x="6938847" y="191647"/>
            <a:ext cx="137292" cy="137292"/>
          </a:xfrm>
          <a:custGeom>
            <a:rect b="b" l="l" r="r" t="t"/>
            <a:pathLst>
              <a:path extrusionOk="0" h="171066" w="171066">
                <a:moveTo>
                  <a:pt x="0" y="0"/>
                </a:moveTo>
                <a:lnTo>
                  <a:pt x="171066" y="0"/>
                </a:lnTo>
                <a:lnTo>
                  <a:pt x="171066" y="171066"/>
                </a:lnTo>
                <a:lnTo>
                  <a:pt x="0" y="171066"/>
                </a:lnTo>
                <a:close/>
              </a:path>
            </a:pathLst>
          </a:custGeom>
          <a:solidFill>
            <a:srgbClr val="7CE1C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3" name="Google Shape;163;p15"/>
          <p:cNvSpPr/>
          <p:nvPr/>
        </p:nvSpPr>
        <p:spPr>
          <a:xfrm rot="-2700000">
            <a:off x="261981" y="1501675"/>
            <a:ext cx="137292" cy="137292"/>
          </a:xfrm>
          <a:custGeom>
            <a:rect b="b" l="l" r="r" t="t"/>
            <a:pathLst>
              <a:path extrusionOk="0" h="171066" w="171066">
                <a:moveTo>
                  <a:pt x="0" y="0"/>
                </a:moveTo>
                <a:lnTo>
                  <a:pt x="171066" y="0"/>
                </a:lnTo>
                <a:lnTo>
                  <a:pt x="171066" y="171066"/>
                </a:lnTo>
                <a:lnTo>
                  <a:pt x="0" y="171066"/>
                </a:lnTo>
                <a:close/>
              </a:path>
            </a:pathLst>
          </a:custGeom>
          <a:solidFill>
            <a:srgbClr val="FCBD0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4" name="Google Shape;164;p15"/>
          <p:cNvSpPr/>
          <p:nvPr/>
        </p:nvSpPr>
        <p:spPr>
          <a:xfrm rot="-2700000">
            <a:off x="2929690" y="244979"/>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5" name="Google Shape;165;p15"/>
          <p:cNvSpPr/>
          <p:nvPr/>
        </p:nvSpPr>
        <p:spPr>
          <a:xfrm rot="-2700000">
            <a:off x="2487873" y="4803144"/>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6" name="Google Shape;166;p15"/>
          <p:cNvSpPr/>
          <p:nvPr/>
        </p:nvSpPr>
        <p:spPr>
          <a:xfrm rot="-2700000">
            <a:off x="8776281" y="2313311"/>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7" name="Google Shape;167;p15"/>
          <p:cNvSpPr/>
          <p:nvPr/>
        </p:nvSpPr>
        <p:spPr>
          <a:xfrm>
            <a:off x="8628160" y="4665055"/>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1_1_1">
    <p:spTree>
      <p:nvGrpSpPr>
        <p:cNvPr id="168" name="Shape 168"/>
        <p:cNvGrpSpPr/>
        <p:nvPr/>
      </p:nvGrpSpPr>
      <p:grpSpPr>
        <a:xfrm>
          <a:off x="0" y="0"/>
          <a:ext cx="0" cy="0"/>
          <a:chOff x="0" y="0"/>
          <a:chExt cx="0" cy="0"/>
        </a:xfrm>
      </p:grpSpPr>
      <p:sp>
        <p:nvSpPr>
          <p:cNvPr id="169" name="Google Shape;169;p16"/>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70" name="Google Shape;170;p16"/>
          <p:cNvSpPr/>
          <p:nvPr/>
        </p:nvSpPr>
        <p:spPr>
          <a:xfrm rot="10800000">
            <a:off x="-301514" y="4251263"/>
            <a:ext cx="2375939" cy="1027762"/>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1" name="Google Shape;171;p16"/>
          <p:cNvSpPr/>
          <p:nvPr/>
        </p:nvSpPr>
        <p:spPr>
          <a:xfrm rot="5400000">
            <a:off x="7635986" y="1281863"/>
            <a:ext cx="2375939" cy="1027762"/>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2" name="Google Shape;172;p16"/>
          <p:cNvSpPr/>
          <p:nvPr/>
        </p:nvSpPr>
        <p:spPr>
          <a:xfrm rot="-2700000">
            <a:off x="8835447" y="3777047"/>
            <a:ext cx="137292" cy="137292"/>
          </a:xfrm>
          <a:custGeom>
            <a:rect b="b" l="l" r="r" t="t"/>
            <a:pathLst>
              <a:path extrusionOk="0" h="171066" w="171066">
                <a:moveTo>
                  <a:pt x="0" y="0"/>
                </a:moveTo>
                <a:lnTo>
                  <a:pt x="171066" y="0"/>
                </a:lnTo>
                <a:lnTo>
                  <a:pt x="171066" y="171066"/>
                </a:lnTo>
                <a:lnTo>
                  <a:pt x="0" y="171066"/>
                </a:lnTo>
                <a:close/>
              </a:path>
            </a:pathLst>
          </a:custGeom>
          <a:solidFill>
            <a:srgbClr val="7CE1C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3" name="Google Shape;173;p16"/>
          <p:cNvSpPr/>
          <p:nvPr/>
        </p:nvSpPr>
        <p:spPr>
          <a:xfrm rot="-2700000">
            <a:off x="370806" y="470850"/>
            <a:ext cx="137292" cy="137292"/>
          </a:xfrm>
          <a:custGeom>
            <a:rect b="b" l="l" r="r" t="t"/>
            <a:pathLst>
              <a:path extrusionOk="0" h="171066" w="171066">
                <a:moveTo>
                  <a:pt x="0" y="0"/>
                </a:moveTo>
                <a:lnTo>
                  <a:pt x="171066" y="0"/>
                </a:lnTo>
                <a:lnTo>
                  <a:pt x="171066" y="171066"/>
                </a:lnTo>
                <a:lnTo>
                  <a:pt x="0" y="171066"/>
                </a:lnTo>
                <a:close/>
              </a:path>
            </a:pathLst>
          </a:custGeom>
          <a:solidFill>
            <a:srgbClr val="FCBD0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4" name="Google Shape;174;p16"/>
          <p:cNvSpPr/>
          <p:nvPr/>
        </p:nvSpPr>
        <p:spPr>
          <a:xfrm rot="-2700000">
            <a:off x="8641290" y="4632379"/>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5" name="Google Shape;175;p16"/>
          <p:cNvSpPr/>
          <p:nvPr/>
        </p:nvSpPr>
        <p:spPr>
          <a:xfrm rot="-2700000">
            <a:off x="4342373" y="4823282"/>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6" name="Google Shape;176;p16"/>
          <p:cNvSpPr/>
          <p:nvPr/>
        </p:nvSpPr>
        <p:spPr>
          <a:xfrm rot="-2700000">
            <a:off x="6710306" y="195136"/>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7" name="Google Shape;177;p16"/>
          <p:cNvSpPr/>
          <p:nvPr/>
        </p:nvSpPr>
        <p:spPr>
          <a:xfrm>
            <a:off x="222685" y="2789480"/>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TITLE_ONLY_1_2_1">
    <p:spTree>
      <p:nvGrpSpPr>
        <p:cNvPr id="178" name="Shape 178"/>
        <p:cNvGrpSpPr/>
        <p:nvPr/>
      </p:nvGrpSpPr>
      <p:grpSpPr>
        <a:xfrm>
          <a:off x="0" y="0"/>
          <a:ext cx="0" cy="0"/>
          <a:chOff x="0" y="0"/>
          <a:chExt cx="0" cy="0"/>
        </a:xfrm>
      </p:grpSpPr>
      <p:sp>
        <p:nvSpPr>
          <p:cNvPr id="179" name="Google Shape;179;p17"/>
          <p:cNvSpPr/>
          <p:nvPr/>
        </p:nvSpPr>
        <p:spPr>
          <a:xfrm>
            <a:off x="7809084" y="4007584"/>
            <a:ext cx="2087690" cy="2087690"/>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0" name="Google Shape;180;p17"/>
          <p:cNvSpPr/>
          <p:nvPr/>
        </p:nvSpPr>
        <p:spPr>
          <a:xfrm>
            <a:off x="-1593743" y="1791593"/>
            <a:ext cx="2306972" cy="2306972"/>
          </a:xfrm>
          <a:custGeom>
            <a:rect b="b" l="l" r="r" t="t"/>
            <a:pathLst>
              <a:path extrusionOk="0" h="2306972" w="2306972">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1" name="Google Shape;181;p17"/>
          <p:cNvSpPr/>
          <p:nvPr/>
        </p:nvSpPr>
        <p:spPr>
          <a:xfrm rot="-2700000">
            <a:off x="208147" y="567922"/>
            <a:ext cx="137292" cy="137292"/>
          </a:xfrm>
          <a:custGeom>
            <a:rect b="b" l="l" r="r" t="t"/>
            <a:pathLst>
              <a:path extrusionOk="0" h="171066" w="171066">
                <a:moveTo>
                  <a:pt x="0" y="0"/>
                </a:moveTo>
                <a:lnTo>
                  <a:pt x="171066" y="0"/>
                </a:lnTo>
                <a:lnTo>
                  <a:pt x="171066" y="171066"/>
                </a:lnTo>
                <a:lnTo>
                  <a:pt x="0" y="171066"/>
                </a:lnTo>
                <a:close/>
              </a:path>
            </a:pathLst>
          </a:custGeom>
          <a:solidFill>
            <a:srgbClr val="7CE1C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2" name="Google Shape;182;p17"/>
          <p:cNvSpPr/>
          <p:nvPr/>
        </p:nvSpPr>
        <p:spPr>
          <a:xfrm rot="-2700000">
            <a:off x="547506" y="4632425"/>
            <a:ext cx="137292" cy="137292"/>
          </a:xfrm>
          <a:custGeom>
            <a:rect b="b" l="l" r="r" t="t"/>
            <a:pathLst>
              <a:path extrusionOk="0" h="171066" w="171066">
                <a:moveTo>
                  <a:pt x="0" y="0"/>
                </a:moveTo>
                <a:lnTo>
                  <a:pt x="171066" y="0"/>
                </a:lnTo>
                <a:lnTo>
                  <a:pt x="171066" y="171066"/>
                </a:lnTo>
                <a:lnTo>
                  <a:pt x="0" y="171066"/>
                </a:lnTo>
                <a:close/>
              </a:path>
            </a:pathLst>
          </a:custGeom>
          <a:solidFill>
            <a:srgbClr val="FCBD0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3" name="Google Shape;183;p17"/>
          <p:cNvSpPr/>
          <p:nvPr/>
        </p:nvSpPr>
        <p:spPr>
          <a:xfrm rot="-2700000">
            <a:off x="8089790" y="225729"/>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4" name="Google Shape;184;p17"/>
          <p:cNvSpPr/>
          <p:nvPr/>
        </p:nvSpPr>
        <p:spPr>
          <a:xfrm rot="-2700000">
            <a:off x="4891398" y="4632432"/>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5" name="Google Shape;185;p17"/>
          <p:cNvSpPr/>
          <p:nvPr/>
        </p:nvSpPr>
        <p:spPr>
          <a:xfrm rot="-2700000">
            <a:off x="8784281" y="2704736"/>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6" name="Google Shape;186;p17"/>
          <p:cNvSpPr/>
          <p:nvPr/>
        </p:nvSpPr>
        <p:spPr>
          <a:xfrm>
            <a:off x="4423435" y="201655"/>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7" name="Google Shape;187;p17"/>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TITLE_ONLY_1_1_1_1">
    <p:spTree>
      <p:nvGrpSpPr>
        <p:cNvPr id="188" name="Shape 188"/>
        <p:cNvGrpSpPr/>
        <p:nvPr/>
      </p:nvGrpSpPr>
      <p:grpSpPr>
        <a:xfrm>
          <a:off x="0" y="0"/>
          <a:ext cx="0" cy="0"/>
          <a:chOff x="0" y="0"/>
          <a:chExt cx="0" cy="0"/>
        </a:xfrm>
      </p:grpSpPr>
      <p:sp>
        <p:nvSpPr>
          <p:cNvPr id="189" name="Google Shape;189;p18"/>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90" name="Google Shape;190;p18"/>
          <p:cNvSpPr/>
          <p:nvPr/>
        </p:nvSpPr>
        <p:spPr>
          <a:xfrm>
            <a:off x="-995441" y="4347584"/>
            <a:ext cx="2087690" cy="2087690"/>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1" name="Google Shape;191;p18"/>
          <p:cNvSpPr/>
          <p:nvPr/>
        </p:nvSpPr>
        <p:spPr>
          <a:xfrm>
            <a:off x="6570050" y="5"/>
            <a:ext cx="1320889" cy="571378"/>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2" name="Google Shape;192;p18"/>
          <p:cNvSpPr/>
          <p:nvPr/>
        </p:nvSpPr>
        <p:spPr>
          <a:xfrm rot="-2700000">
            <a:off x="348672" y="3760897"/>
            <a:ext cx="137292" cy="137292"/>
          </a:xfrm>
          <a:custGeom>
            <a:rect b="b" l="l" r="r" t="t"/>
            <a:pathLst>
              <a:path extrusionOk="0" h="171066" w="171066">
                <a:moveTo>
                  <a:pt x="0" y="0"/>
                </a:moveTo>
                <a:lnTo>
                  <a:pt x="171066" y="0"/>
                </a:lnTo>
                <a:lnTo>
                  <a:pt x="171066" y="171066"/>
                </a:lnTo>
                <a:lnTo>
                  <a:pt x="0" y="171066"/>
                </a:lnTo>
                <a:close/>
              </a:path>
            </a:pathLst>
          </a:custGeom>
          <a:solidFill>
            <a:srgbClr val="7CE1C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3" name="Google Shape;193;p18"/>
          <p:cNvSpPr/>
          <p:nvPr/>
        </p:nvSpPr>
        <p:spPr>
          <a:xfrm rot="-2700000">
            <a:off x="154531" y="717675"/>
            <a:ext cx="137292" cy="137292"/>
          </a:xfrm>
          <a:custGeom>
            <a:rect b="b" l="l" r="r" t="t"/>
            <a:pathLst>
              <a:path extrusionOk="0" h="171066" w="171066">
                <a:moveTo>
                  <a:pt x="0" y="0"/>
                </a:moveTo>
                <a:lnTo>
                  <a:pt x="171066" y="0"/>
                </a:lnTo>
                <a:lnTo>
                  <a:pt x="171066" y="171066"/>
                </a:lnTo>
                <a:lnTo>
                  <a:pt x="0" y="171066"/>
                </a:lnTo>
                <a:close/>
              </a:path>
            </a:pathLst>
          </a:custGeom>
          <a:solidFill>
            <a:srgbClr val="FCBD0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4" name="Google Shape;194;p18"/>
          <p:cNvSpPr/>
          <p:nvPr/>
        </p:nvSpPr>
        <p:spPr>
          <a:xfrm rot="-2700000">
            <a:off x="5835865" y="217041"/>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5" name="Google Shape;195;p18"/>
          <p:cNvSpPr/>
          <p:nvPr/>
        </p:nvSpPr>
        <p:spPr>
          <a:xfrm rot="-2700000">
            <a:off x="8076748" y="4817807"/>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6" name="Google Shape;196;p18"/>
          <p:cNvSpPr/>
          <p:nvPr/>
        </p:nvSpPr>
        <p:spPr>
          <a:xfrm rot="-2700000">
            <a:off x="3131756" y="4817811"/>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7" name="Google Shape;197;p18"/>
          <p:cNvSpPr/>
          <p:nvPr/>
        </p:nvSpPr>
        <p:spPr>
          <a:xfrm>
            <a:off x="8756660" y="2121130"/>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98" name="Google Shape;198;p18"/>
          <p:cNvGrpSpPr/>
          <p:nvPr/>
        </p:nvGrpSpPr>
        <p:grpSpPr>
          <a:xfrm>
            <a:off x="8629633" y="4002066"/>
            <a:ext cx="901968" cy="901968"/>
            <a:chOff x="1350404" y="-3124999"/>
            <a:chExt cx="1570279" cy="1570279"/>
          </a:xfrm>
        </p:grpSpPr>
        <p:sp>
          <p:nvSpPr>
            <p:cNvPr id="199" name="Google Shape;199;p18"/>
            <p:cNvSpPr/>
            <p:nvPr/>
          </p:nvSpPr>
          <p:spPr>
            <a:xfrm>
              <a:off x="2135530" y="-3124999"/>
              <a:ext cx="2889" cy="1570279"/>
            </a:xfrm>
            <a:custGeom>
              <a:rect b="b" l="l" r="r" t="t"/>
              <a:pathLst>
                <a:path extrusionOk="0" h="1570279" w="2889">
                  <a:moveTo>
                    <a:pt x="0" y="0"/>
                  </a:moveTo>
                  <a:lnTo>
                    <a:pt x="0" y="157028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0" name="Google Shape;200;p18"/>
            <p:cNvSpPr/>
            <p:nvPr/>
          </p:nvSpPr>
          <p:spPr>
            <a:xfrm>
              <a:off x="1350404" y="-2339874"/>
              <a:ext cx="1570279" cy="2889"/>
            </a:xfrm>
            <a:custGeom>
              <a:rect b="b" l="l" r="r" t="t"/>
              <a:pathLst>
                <a:path extrusionOk="0" h="2889" w="1570279">
                  <a:moveTo>
                    <a:pt x="1570280" y="0"/>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1" name="Google Shape;201;p18"/>
            <p:cNvSpPr/>
            <p:nvPr/>
          </p:nvSpPr>
          <p:spPr>
            <a:xfrm>
              <a:off x="1580345" y="-2895030"/>
              <a:ext cx="1110370" cy="1110341"/>
            </a:xfrm>
            <a:custGeom>
              <a:rect b="b" l="l" r="r" t="t"/>
              <a:pathLst>
                <a:path extrusionOk="0" h="1110341" w="1110370">
                  <a:moveTo>
                    <a:pt x="1110371" y="0"/>
                  </a:moveTo>
                  <a:lnTo>
                    <a:pt x="0" y="1110342"/>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2" name="Google Shape;202;p18"/>
            <p:cNvSpPr/>
            <p:nvPr/>
          </p:nvSpPr>
          <p:spPr>
            <a:xfrm>
              <a:off x="1580345" y="-2895030"/>
              <a:ext cx="1110370" cy="1110341"/>
            </a:xfrm>
            <a:custGeom>
              <a:rect b="b" l="l" r="r" t="t"/>
              <a:pathLst>
                <a:path extrusionOk="0" h="1110341" w="1110370">
                  <a:moveTo>
                    <a:pt x="1110371" y="1110342"/>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cSld name="CUSTOM_1">
    <p:spTree>
      <p:nvGrpSpPr>
        <p:cNvPr id="203" name="Shape 203"/>
        <p:cNvGrpSpPr/>
        <p:nvPr/>
      </p:nvGrpSpPr>
      <p:grpSpPr>
        <a:xfrm>
          <a:off x="0" y="0"/>
          <a:ext cx="0" cy="0"/>
          <a:chOff x="0" y="0"/>
          <a:chExt cx="0" cy="0"/>
        </a:xfrm>
      </p:grpSpPr>
      <p:sp>
        <p:nvSpPr>
          <p:cNvPr id="204" name="Google Shape;204;p19"/>
          <p:cNvSpPr txBox="1"/>
          <p:nvPr>
            <p:ph idx="1" type="subTitle"/>
          </p:nvPr>
        </p:nvSpPr>
        <p:spPr>
          <a:xfrm>
            <a:off x="4938050" y="2727754"/>
            <a:ext cx="3346200" cy="8679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a:lvl1pPr>
            <a:lvl2pPr lvl="1" rtl="0" algn="r">
              <a:lnSpc>
                <a:spcPct val="100000"/>
              </a:lnSpc>
              <a:spcBef>
                <a:spcPts val="0"/>
              </a:spcBef>
              <a:spcAft>
                <a:spcPts val="0"/>
              </a:spcAft>
              <a:buSzPts val="1400"/>
              <a:buNone/>
              <a:defRPr/>
            </a:lvl2pPr>
            <a:lvl3pPr lvl="2" rtl="0" algn="r">
              <a:lnSpc>
                <a:spcPct val="100000"/>
              </a:lnSpc>
              <a:spcBef>
                <a:spcPts val="0"/>
              </a:spcBef>
              <a:spcAft>
                <a:spcPts val="0"/>
              </a:spcAft>
              <a:buSzPts val="1400"/>
              <a:buNone/>
              <a:defRPr/>
            </a:lvl3pPr>
            <a:lvl4pPr lvl="3" rtl="0" algn="r">
              <a:lnSpc>
                <a:spcPct val="100000"/>
              </a:lnSpc>
              <a:spcBef>
                <a:spcPts val="0"/>
              </a:spcBef>
              <a:spcAft>
                <a:spcPts val="0"/>
              </a:spcAft>
              <a:buSzPts val="1400"/>
              <a:buNone/>
              <a:defRPr/>
            </a:lvl4pPr>
            <a:lvl5pPr lvl="4" rtl="0" algn="r">
              <a:lnSpc>
                <a:spcPct val="100000"/>
              </a:lnSpc>
              <a:spcBef>
                <a:spcPts val="0"/>
              </a:spcBef>
              <a:spcAft>
                <a:spcPts val="0"/>
              </a:spcAft>
              <a:buSzPts val="1400"/>
              <a:buNone/>
              <a:defRPr/>
            </a:lvl5pPr>
            <a:lvl6pPr lvl="5" rtl="0" algn="r">
              <a:lnSpc>
                <a:spcPct val="100000"/>
              </a:lnSpc>
              <a:spcBef>
                <a:spcPts val="0"/>
              </a:spcBef>
              <a:spcAft>
                <a:spcPts val="0"/>
              </a:spcAft>
              <a:buSzPts val="1400"/>
              <a:buNone/>
              <a:defRPr/>
            </a:lvl6pPr>
            <a:lvl7pPr lvl="6" rtl="0" algn="r">
              <a:lnSpc>
                <a:spcPct val="100000"/>
              </a:lnSpc>
              <a:spcBef>
                <a:spcPts val="0"/>
              </a:spcBef>
              <a:spcAft>
                <a:spcPts val="0"/>
              </a:spcAft>
              <a:buSzPts val="1400"/>
              <a:buNone/>
              <a:defRPr/>
            </a:lvl7pPr>
            <a:lvl8pPr lvl="7" rtl="0" algn="r">
              <a:lnSpc>
                <a:spcPct val="100000"/>
              </a:lnSpc>
              <a:spcBef>
                <a:spcPts val="0"/>
              </a:spcBef>
              <a:spcAft>
                <a:spcPts val="0"/>
              </a:spcAft>
              <a:buSzPts val="1400"/>
              <a:buNone/>
              <a:defRPr/>
            </a:lvl8pPr>
            <a:lvl9pPr lvl="8" rtl="0" algn="r">
              <a:lnSpc>
                <a:spcPct val="100000"/>
              </a:lnSpc>
              <a:spcBef>
                <a:spcPts val="0"/>
              </a:spcBef>
              <a:spcAft>
                <a:spcPts val="0"/>
              </a:spcAft>
              <a:buSzPts val="1400"/>
              <a:buNone/>
              <a:defRPr/>
            </a:lvl9pPr>
          </a:lstStyle>
          <a:p/>
        </p:txBody>
      </p:sp>
      <p:sp>
        <p:nvSpPr>
          <p:cNvPr id="205" name="Google Shape;205;p19"/>
          <p:cNvSpPr txBox="1"/>
          <p:nvPr>
            <p:ph type="title"/>
          </p:nvPr>
        </p:nvSpPr>
        <p:spPr>
          <a:xfrm>
            <a:off x="715100" y="4450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r">
              <a:spcBef>
                <a:spcPts val="0"/>
              </a:spcBef>
              <a:spcAft>
                <a:spcPts val="0"/>
              </a:spcAft>
              <a:buSzPts val="3500"/>
              <a:buNone/>
              <a:defRPr/>
            </a:lvl2pPr>
            <a:lvl3pPr lvl="2" rtl="0" algn="r">
              <a:spcBef>
                <a:spcPts val="0"/>
              </a:spcBef>
              <a:spcAft>
                <a:spcPts val="0"/>
              </a:spcAft>
              <a:buSzPts val="3500"/>
              <a:buNone/>
              <a:defRPr/>
            </a:lvl3pPr>
            <a:lvl4pPr lvl="3" rtl="0" algn="r">
              <a:spcBef>
                <a:spcPts val="0"/>
              </a:spcBef>
              <a:spcAft>
                <a:spcPts val="0"/>
              </a:spcAft>
              <a:buSzPts val="3500"/>
              <a:buNone/>
              <a:defRPr/>
            </a:lvl4pPr>
            <a:lvl5pPr lvl="4" rtl="0" algn="r">
              <a:spcBef>
                <a:spcPts val="0"/>
              </a:spcBef>
              <a:spcAft>
                <a:spcPts val="0"/>
              </a:spcAft>
              <a:buSzPts val="3500"/>
              <a:buNone/>
              <a:defRPr/>
            </a:lvl5pPr>
            <a:lvl6pPr lvl="5" rtl="0" algn="r">
              <a:spcBef>
                <a:spcPts val="0"/>
              </a:spcBef>
              <a:spcAft>
                <a:spcPts val="0"/>
              </a:spcAft>
              <a:buSzPts val="3500"/>
              <a:buNone/>
              <a:defRPr/>
            </a:lvl6pPr>
            <a:lvl7pPr lvl="6" rtl="0" algn="r">
              <a:spcBef>
                <a:spcPts val="0"/>
              </a:spcBef>
              <a:spcAft>
                <a:spcPts val="0"/>
              </a:spcAft>
              <a:buSzPts val="3500"/>
              <a:buNone/>
              <a:defRPr/>
            </a:lvl7pPr>
            <a:lvl8pPr lvl="7" rtl="0" algn="r">
              <a:spcBef>
                <a:spcPts val="0"/>
              </a:spcBef>
              <a:spcAft>
                <a:spcPts val="0"/>
              </a:spcAft>
              <a:buSzPts val="3500"/>
              <a:buNone/>
              <a:defRPr/>
            </a:lvl8pPr>
            <a:lvl9pPr lvl="8" rtl="0" algn="r">
              <a:spcBef>
                <a:spcPts val="0"/>
              </a:spcBef>
              <a:spcAft>
                <a:spcPts val="0"/>
              </a:spcAft>
              <a:buSzPts val="35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TITLE_AND_BODY_1_1">
    <p:spTree>
      <p:nvGrpSpPr>
        <p:cNvPr id="206" name="Shape 206"/>
        <p:cNvGrpSpPr/>
        <p:nvPr/>
      </p:nvGrpSpPr>
      <p:grpSpPr>
        <a:xfrm>
          <a:off x="0" y="0"/>
          <a:ext cx="0" cy="0"/>
          <a:chOff x="0" y="0"/>
          <a:chExt cx="0" cy="0"/>
        </a:xfrm>
      </p:grpSpPr>
      <p:sp>
        <p:nvSpPr>
          <p:cNvPr id="207" name="Google Shape;207;p20"/>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30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208" name="Google Shape;208;p20"/>
          <p:cNvSpPr txBox="1"/>
          <p:nvPr>
            <p:ph idx="1" type="body"/>
          </p:nvPr>
        </p:nvSpPr>
        <p:spPr>
          <a:xfrm>
            <a:off x="720000" y="1071300"/>
            <a:ext cx="3472200" cy="15540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Font typeface="Darker Grotesque SemiBold"/>
              <a:buChar char="●"/>
              <a:defRPr sz="1200"/>
            </a:lvl1pPr>
            <a:lvl2pPr indent="-304800" lvl="1" marL="914400" rtl="0">
              <a:lnSpc>
                <a:spcPct val="115000"/>
              </a:lnSpc>
              <a:spcBef>
                <a:spcPts val="0"/>
              </a:spcBef>
              <a:spcAft>
                <a:spcPts val="0"/>
              </a:spcAft>
              <a:buSzPts val="1200"/>
              <a:buFont typeface="Darker Grotesque SemiBold"/>
              <a:buChar char="○"/>
              <a:defRPr sz="1200"/>
            </a:lvl2pPr>
            <a:lvl3pPr indent="-304800" lvl="2" marL="1371600" rtl="0">
              <a:lnSpc>
                <a:spcPct val="115000"/>
              </a:lnSpc>
              <a:spcBef>
                <a:spcPts val="0"/>
              </a:spcBef>
              <a:spcAft>
                <a:spcPts val="0"/>
              </a:spcAft>
              <a:buSzPts val="1200"/>
              <a:buFont typeface="Darker Grotesque SemiBold"/>
              <a:buChar char="■"/>
              <a:defRPr sz="1200"/>
            </a:lvl3pPr>
            <a:lvl4pPr indent="-304800" lvl="3" marL="1828800" rtl="0">
              <a:lnSpc>
                <a:spcPct val="115000"/>
              </a:lnSpc>
              <a:spcBef>
                <a:spcPts val="0"/>
              </a:spcBef>
              <a:spcAft>
                <a:spcPts val="0"/>
              </a:spcAft>
              <a:buSzPts val="1200"/>
              <a:buFont typeface="Darker Grotesque SemiBold"/>
              <a:buChar char="●"/>
              <a:defRPr sz="1200"/>
            </a:lvl4pPr>
            <a:lvl5pPr indent="-304800" lvl="4" marL="2286000" rtl="0">
              <a:lnSpc>
                <a:spcPct val="115000"/>
              </a:lnSpc>
              <a:spcBef>
                <a:spcPts val="0"/>
              </a:spcBef>
              <a:spcAft>
                <a:spcPts val="0"/>
              </a:spcAft>
              <a:buSzPts val="1200"/>
              <a:buFont typeface="Darker Grotesque SemiBold"/>
              <a:buChar char="○"/>
              <a:defRPr sz="1200"/>
            </a:lvl5pPr>
            <a:lvl6pPr indent="-304800" lvl="5" marL="2743200" rtl="0">
              <a:lnSpc>
                <a:spcPct val="115000"/>
              </a:lnSpc>
              <a:spcBef>
                <a:spcPts val="0"/>
              </a:spcBef>
              <a:spcAft>
                <a:spcPts val="0"/>
              </a:spcAft>
              <a:buSzPts val="1200"/>
              <a:buFont typeface="Darker Grotesque SemiBold"/>
              <a:buChar char="■"/>
              <a:defRPr sz="1200"/>
            </a:lvl6pPr>
            <a:lvl7pPr indent="-304800" lvl="6" marL="3200400" rtl="0">
              <a:lnSpc>
                <a:spcPct val="115000"/>
              </a:lnSpc>
              <a:spcBef>
                <a:spcPts val="0"/>
              </a:spcBef>
              <a:spcAft>
                <a:spcPts val="0"/>
              </a:spcAft>
              <a:buSzPts val="1200"/>
              <a:buFont typeface="Darker Grotesque SemiBold"/>
              <a:buChar char="●"/>
              <a:defRPr sz="1200"/>
            </a:lvl7pPr>
            <a:lvl8pPr indent="-304800" lvl="7" marL="3657600" rtl="0">
              <a:lnSpc>
                <a:spcPct val="115000"/>
              </a:lnSpc>
              <a:spcBef>
                <a:spcPts val="0"/>
              </a:spcBef>
              <a:spcAft>
                <a:spcPts val="0"/>
              </a:spcAft>
              <a:buSzPts val="1200"/>
              <a:buFont typeface="Darker Grotesque SemiBold"/>
              <a:buChar char="○"/>
              <a:defRPr sz="1200"/>
            </a:lvl8pPr>
            <a:lvl9pPr indent="-304800" lvl="8" marL="4114800" rtl="0">
              <a:lnSpc>
                <a:spcPct val="115000"/>
              </a:lnSpc>
              <a:spcBef>
                <a:spcPts val="0"/>
              </a:spcBef>
              <a:spcAft>
                <a:spcPts val="0"/>
              </a:spcAft>
              <a:buSzPts val="1200"/>
              <a:buFont typeface="Darker Grotesque SemiBold"/>
              <a:buChar char="■"/>
              <a:defRPr sz="1200"/>
            </a:lvl9pPr>
          </a:lstStyle>
          <a:p/>
        </p:txBody>
      </p:sp>
      <p:sp>
        <p:nvSpPr>
          <p:cNvPr id="209" name="Google Shape;209;p20"/>
          <p:cNvSpPr/>
          <p:nvPr/>
        </p:nvSpPr>
        <p:spPr>
          <a:xfrm rot="5400000">
            <a:off x="7832400" y="2002737"/>
            <a:ext cx="2085177" cy="901987"/>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0" name="Google Shape;210;p20"/>
          <p:cNvSpPr/>
          <p:nvPr/>
        </p:nvSpPr>
        <p:spPr>
          <a:xfrm rot="-5400000">
            <a:off x="-780350" y="3883312"/>
            <a:ext cx="2085177" cy="901987"/>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1" name="Google Shape;211;p20"/>
          <p:cNvSpPr/>
          <p:nvPr/>
        </p:nvSpPr>
        <p:spPr>
          <a:xfrm>
            <a:off x="4595782" y="-1767482"/>
            <a:ext cx="2306972" cy="2306972"/>
          </a:xfrm>
          <a:custGeom>
            <a:rect b="b" l="l" r="r" t="t"/>
            <a:pathLst>
              <a:path extrusionOk="0" h="2306972" w="2306972">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12" name="Google Shape;212;p20"/>
          <p:cNvGrpSpPr/>
          <p:nvPr/>
        </p:nvGrpSpPr>
        <p:grpSpPr>
          <a:xfrm>
            <a:off x="-351142" y="3098441"/>
            <a:ext cx="901968" cy="901968"/>
            <a:chOff x="1350404" y="-3124999"/>
            <a:chExt cx="1570279" cy="1570279"/>
          </a:xfrm>
        </p:grpSpPr>
        <p:sp>
          <p:nvSpPr>
            <p:cNvPr id="213" name="Google Shape;213;p20"/>
            <p:cNvSpPr/>
            <p:nvPr/>
          </p:nvSpPr>
          <p:spPr>
            <a:xfrm>
              <a:off x="2135530" y="-3124999"/>
              <a:ext cx="2889" cy="1570279"/>
            </a:xfrm>
            <a:custGeom>
              <a:rect b="b" l="l" r="r" t="t"/>
              <a:pathLst>
                <a:path extrusionOk="0" h="1570279" w="2889">
                  <a:moveTo>
                    <a:pt x="0" y="0"/>
                  </a:moveTo>
                  <a:lnTo>
                    <a:pt x="0" y="157028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4" name="Google Shape;214;p20"/>
            <p:cNvSpPr/>
            <p:nvPr/>
          </p:nvSpPr>
          <p:spPr>
            <a:xfrm>
              <a:off x="1350404" y="-2339874"/>
              <a:ext cx="1570279" cy="2889"/>
            </a:xfrm>
            <a:custGeom>
              <a:rect b="b" l="l" r="r" t="t"/>
              <a:pathLst>
                <a:path extrusionOk="0" h="2889" w="1570279">
                  <a:moveTo>
                    <a:pt x="1570280" y="0"/>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5" name="Google Shape;215;p20"/>
            <p:cNvSpPr/>
            <p:nvPr/>
          </p:nvSpPr>
          <p:spPr>
            <a:xfrm>
              <a:off x="1580345" y="-2895030"/>
              <a:ext cx="1110370" cy="1110341"/>
            </a:xfrm>
            <a:custGeom>
              <a:rect b="b" l="l" r="r" t="t"/>
              <a:pathLst>
                <a:path extrusionOk="0" h="1110341" w="1110370">
                  <a:moveTo>
                    <a:pt x="1110371" y="0"/>
                  </a:moveTo>
                  <a:lnTo>
                    <a:pt x="0" y="1110342"/>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6" name="Google Shape;216;p20"/>
            <p:cNvSpPr/>
            <p:nvPr/>
          </p:nvSpPr>
          <p:spPr>
            <a:xfrm>
              <a:off x="1580345" y="-2895030"/>
              <a:ext cx="1110370" cy="1110341"/>
            </a:xfrm>
            <a:custGeom>
              <a:rect b="b" l="l" r="r" t="t"/>
              <a:pathLst>
                <a:path extrusionOk="0" h="1110341" w="1110370">
                  <a:moveTo>
                    <a:pt x="1110371" y="1110342"/>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17" name="Google Shape;217;p20"/>
          <p:cNvSpPr/>
          <p:nvPr/>
        </p:nvSpPr>
        <p:spPr>
          <a:xfrm rot="-2700000">
            <a:off x="8806335" y="3834672"/>
            <a:ext cx="137292" cy="137292"/>
          </a:xfrm>
          <a:custGeom>
            <a:rect b="b" l="l" r="r" t="t"/>
            <a:pathLst>
              <a:path extrusionOk="0" h="171066" w="171066">
                <a:moveTo>
                  <a:pt x="0" y="0"/>
                </a:moveTo>
                <a:lnTo>
                  <a:pt x="171066" y="0"/>
                </a:lnTo>
                <a:lnTo>
                  <a:pt x="171066" y="171066"/>
                </a:lnTo>
                <a:lnTo>
                  <a:pt x="0" y="171066"/>
                </a:lnTo>
                <a:close/>
              </a:path>
            </a:pathLst>
          </a:custGeom>
          <a:solidFill>
            <a:srgbClr val="7CE1C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8" name="Google Shape;218;p20"/>
          <p:cNvSpPr/>
          <p:nvPr/>
        </p:nvSpPr>
        <p:spPr>
          <a:xfrm rot="-2700000">
            <a:off x="4268506" y="134025"/>
            <a:ext cx="137292" cy="137292"/>
          </a:xfrm>
          <a:custGeom>
            <a:rect b="b" l="l" r="r" t="t"/>
            <a:pathLst>
              <a:path extrusionOk="0" h="171066" w="171066">
                <a:moveTo>
                  <a:pt x="0" y="0"/>
                </a:moveTo>
                <a:lnTo>
                  <a:pt x="171066" y="0"/>
                </a:lnTo>
                <a:lnTo>
                  <a:pt x="171066" y="171066"/>
                </a:lnTo>
                <a:lnTo>
                  <a:pt x="0" y="171066"/>
                </a:lnTo>
                <a:close/>
              </a:path>
            </a:pathLst>
          </a:custGeom>
          <a:solidFill>
            <a:srgbClr val="FCBD0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9" name="Google Shape;219;p20"/>
          <p:cNvSpPr/>
          <p:nvPr/>
        </p:nvSpPr>
        <p:spPr>
          <a:xfrm rot="-2700000">
            <a:off x="2882565" y="4701154"/>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0" name="Google Shape;220;p20"/>
          <p:cNvSpPr/>
          <p:nvPr/>
        </p:nvSpPr>
        <p:spPr>
          <a:xfrm rot="-2700000">
            <a:off x="8542623" y="567932"/>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1" name="Google Shape;221;p20"/>
          <p:cNvSpPr/>
          <p:nvPr/>
        </p:nvSpPr>
        <p:spPr>
          <a:xfrm rot="-2700000">
            <a:off x="7004456" y="4823286"/>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2" name="Google Shape;222;p20"/>
          <p:cNvSpPr/>
          <p:nvPr/>
        </p:nvSpPr>
        <p:spPr>
          <a:xfrm>
            <a:off x="271510" y="671530"/>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TITLE_AND_BODY_1_1_1">
    <p:spTree>
      <p:nvGrpSpPr>
        <p:cNvPr id="223" name="Shape 223"/>
        <p:cNvGrpSpPr/>
        <p:nvPr/>
      </p:nvGrpSpPr>
      <p:grpSpPr>
        <a:xfrm>
          <a:off x="0" y="0"/>
          <a:ext cx="0" cy="0"/>
          <a:chOff x="0" y="0"/>
          <a:chExt cx="0" cy="0"/>
        </a:xfrm>
      </p:grpSpPr>
      <p:sp>
        <p:nvSpPr>
          <p:cNvPr id="224" name="Google Shape;224;p21"/>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30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225" name="Google Shape;225;p21"/>
          <p:cNvSpPr txBox="1"/>
          <p:nvPr>
            <p:ph idx="1" type="body"/>
          </p:nvPr>
        </p:nvSpPr>
        <p:spPr>
          <a:xfrm>
            <a:off x="720000" y="1071300"/>
            <a:ext cx="7704000" cy="35328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Darker Grotesque SemiBold"/>
              <a:buChar char="●"/>
              <a:defRPr sz="1200"/>
            </a:lvl1pPr>
            <a:lvl2pPr indent="-304800" lvl="1" marL="914400" rtl="0">
              <a:lnSpc>
                <a:spcPct val="115000"/>
              </a:lnSpc>
              <a:spcBef>
                <a:spcPts val="1000"/>
              </a:spcBef>
              <a:spcAft>
                <a:spcPts val="0"/>
              </a:spcAft>
              <a:buSzPts val="1200"/>
              <a:buFont typeface="Darker Grotesque SemiBold"/>
              <a:buChar char="○"/>
              <a:defRPr sz="1200"/>
            </a:lvl2pPr>
            <a:lvl3pPr indent="-304800" lvl="2" marL="1371600" rtl="0">
              <a:lnSpc>
                <a:spcPct val="115000"/>
              </a:lnSpc>
              <a:spcBef>
                <a:spcPts val="0"/>
              </a:spcBef>
              <a:spcAft>
                <a:spcPts val="0"/>
              </a:spcAft>
              <a:buSzPts val="1200"/>
              <a:buFont typeface="Darker Grotesque SemiBold"/>
              <a:buChar char="■"/>
              <a:defRPr sz="1200"/>
            </a:lvl3pPr>
            <a:lvl4pPr indent="-304800" lvl="3" marL="1828800" rtl="0">
              <a:lnSpc>
                <a:spcPct val="115000"/>
              </a:lnSpc>
              <a:spcBef>
                <a:spcPts val="0"/>
              </a:spcBef>
              <a:spcAft>
                <a:spcPts val="0"/>
              </a:spcAft>
              <a:buSzPts val="1200"/>
              <a:buFont typeface="Darker Grotesque SemiBold"/>
              <a:buChar char="●"/>
              <a:defRPr sz="1200"/>
            </a:lvl4pPr>
            <a:lvl5pPr indent="-304800" lvl="4" marL="2286000" rtl="0">
              <a:lnSpc>
                <a:spcPct val="115000"/>
              </a:lnSpc>
              <a:spcBef>
                <a:spcPts val="0"/>
              </a:spcBef>
              <a:spcAft>
                <a:spcPts val="0"/>
              </a:spcAft>
              <a:buSzPts val="1200"/>
              <a:buFont typeface="Darker Grotesque SemiBold"/>
              <a:buChar char="○"/>
              <a:defRPr sz="1200"/>
            </a:lvl5pPr>
            <a:lvl6pPr indent="-304800" lvl="5" marL="2743200" rtl="0">
              <a:lnSpc>
                <a:spcPct val="115000"/>
              </a:lnSpc>
              <a:spcBef>
                <a:spcPts val="0"/>
              </a:spcBef>
              <a:spcAft>
                <a:spcPts val="0"/>
              </a:spcAft>
              <a:buSzPts val="1200"/>
              <a:buFont typeface="Darker Grotesque SemiBold"/>
              <a:buChar char="■"/>
              <a:defRPr sz="1200"/>
            </a:lvl6pPr>
            <a:lvl7pPr indent="-304800" lvl="6" marL="3200400" rtl="0">
              <a:lnSpc>
                <a:spcPct val="115000"/>
              </a:lnSpc>
              <a:spcBef>
                <a:spcPts val="0"/>
              </a:spcBef>
              <a:spcAft>
                <a:spcPts val="0"/>
              </a:spcAft>
              <a:buSzPts val="1200"/>
              <a:buFont typeface="Darker Grotesque SemiBold"/>
              <a:buChar char="●"/>
              <a:defRPr sz="1200"/>
            </a:lvl7pPr>
            <a:lvl8pPr indent="-304800" lvl="7" marL="3657600" rtl="0">
              <a:lnSpc>
                <a:spcPct val="115000"/>
              </a:lnSpc>
              <a:spcBef>
                <a:spcPts val="0"/>
              </a:spcBef>
              <a:spcAft>
                <a:spcPts val="0"/>
              </a:spcAft>
              <a:buSzPts val="1200"/>
              <a:buFont typeface="Darker Grotesque SemiBold"/>
              <a:buChar char="○"/>
              <a:defRPr sz="1200"/>
            </a:lvl8pPr>
            <a:lvl9pPr indent="-304800" lvl="8" marL="4114800" rtl="0">
              <a:lnSpc>
                <a:spcPct val="115000"/>
              </a:lnSpc>
              <a:spcBef>
                <a:spcPts val="0"/>
              </a:spcBef>
              <a:spcAft>
                <a:spcPts val="0"/>
              </a:spcAft>
              <a:buSzPts val="1200"/>
              <a:buFont typeface="Darker Grotesque SemiBold"/>
              <a:buChar char="■"/>
              <a:defRPr sz="1200"/>
            </a:lvl9pPr>
          </a:lstStyle>
          <a:p/>
        </p:txBody>
      </p:sp>
      <p:sp>
        <p:nvSpPr>
          <p:cNvPr id="226" name="Google Shape;226;p21"/>
          <p:cNvSpPr/>
          <p:nvPr/>
        </p:nvSpPr>
        <p:spPr>
          <a:xfrm>
            <a:off x="-1044276" y="4195475"/>
            <a:ext cx="2250256" cy="2250256"/>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7" name="Google Shape;227;p21"/>
          <p:cNvSpPr/>
          <p:nvPr/>
        </p:nvSpPr>
        <p:spPr>
          <a:xfrm rot="-2700000">
            <a:off x="4115847" y="225722"/>
            <a:ext cx="137292" cy="137292"/>
          </a:xfrm>
          <a:custGeom>
            <a:rect b="b" l="l" r="r" t="t"/>
            <a:pathLst>
              <a:path extrusionOk="0" h="171066" w="171066">
                <a:moveTo>
                  <a:pt x="0" y="0"/>
                </a:moveTo>
                <a:lnTo>
                  <a:pt x="171066" y="0"/>
                </a:lnTo>
                <a:lnTo>
                  <a:pt x="171066" y="171066"/>
                </a:lnTo>
                <a:lnTo>
                  <a:pt x="0" y="171066"/>
                </a:lnTo>
                <a:close/>
              </a:path>
            </a:pathLst>
          </a:custGeom>
          <a:solidFill>
            <a:srgbClr val="7CE1C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8" name="Google Shape;228;p21"/>
          <p:cNvSpPr/>
          <p:nvPr/>
        </p:nvSpPr>
        <p:spPr>
          <a:xfrm rot="-2700000">
            <a:off x="339181" y="3455600"/>
            <a:ext cx="137292" cy="137292"/>
          </a:xfrm>
          <a:custGeom>
            <a:rect b="b" l="l" r="r" t="t"/>
            <a:pathLst>
              <a:path extrusionOk="0" h="171066" w="171066">
                <a:moveTo>
                  <a:pt x="0" y="0"/>
                </a:moveTo>
                <a:lnTo>
                  <a:pt x="171066" y="0"/>
                </a:lnTo>
                <a:lnTo>
                  <a:pt x="171066" y="171066"/>
                </a:lnTo>
                <a:lnTo>
                  <a:pt x="0" y="171066"/>
                </a:lnTo>
                <a:close/>
              </a:path>
            </a:pathLst>
          </a:custGeom>
          <a:solidFill>
            <a:srgbClr val="FCBD0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9" name="Google Shape;229;p21"/>
          <p:cNvSpPr/>
          <p:nvPr/>
        </p:nvSpPr>
        <p:spPr>
          <a:xfrm rot="-2700000">
            <a:off x="238798" y="662732"/>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0" name="Google Shape;230;p21"/>
          <p:cNvSpPr/>
          <p:nvPr/>
        </p:nvSpPr>
        <p:spPr>
          <a:xfrm>
            <a:off x="5901035" y="4744805"/>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1" name="Google Shape;231;p21"/>
          <p:cNvSpPr/>
          <p:nvPr/>
        </p:nvSpPr>
        <p:spPr>
          <a:xfrm>
            <a:off x="504906" y="4603993"/>
            <a:ext cx="2306972" cy="2306972"/>
          </a:xfrm>
          <a:custGeom>
            <a:rect b="b" l="l" r="r" t="t"/>
            <a:pathLst>
              <a:path extrusionOk="0" h="2306972" w="2306972">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2" name="Google Shape;232;p21"/>
          <p:cNvSpPr/>
          <p:nvPr/>
        </p:nvSpPr>
        <p:spPr>
          <a:xfrm>
            <a:off x="7100824" y="-1702700"/>
            <a:ext cx="2250256" cy="2250256"/>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3" name="Google Shape;233;p21"/>
          <p:cNvSpPr/>
          <p:nvPr/>
        </p:nvSpPr>
        <p:spPr>
          <a:xfrm rot="-2700000">
            <a:off x="8780806" y="4579086"/>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4" name="Google Shape;234;p21"/>
          <p:cNvSpPr/>
          <p:nvPr/>
        </p:nvSpPr>
        <p:spPr>
          <a:xfrm>
            <a:off x="8734110" y="824905"/>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235" name="Shape 235"/>
        <p:cNvGrpSpPr/>
        <p:nvPr/>
      </p:nvGrpSpPr>
      <p:grpSpPr>
        <a:xfrm>
          <a:off x="0" y="0"/>
          <a:ext cx="0" cy="0"/>
          <a:chOff x="0" y="0"/>
          <a:chExt cx="0" cy="0"/>
        </a:xfrm>
      </p:grpSpPr>
      <p:sp>
        <p:nvSpPr>
          <p:cNvPr id="236" name="Google Shape;236;p22"/>
          <p:cNvSpPr txBox="1"/>
          <p:nvPr>
            <p:ph idx="1" type="subTitle"/>
          </p:nvPr>
        </p:nvSpPr>
        <p:spPr>
          <a:xfrm>
            <a:off x="3780475" y="1545650"/>
            <a:ext cx="4650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7" name="Google Shape;237;p22"/>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38" name="Google Shape;238;p22"/>
          <p:cNvSpPr txBox="1"/>
          <p:nvPr>
            <p:ph idx="2" type="subTitle"/>
          </p:nvPr>
        </p:nvSpPr>
        <p:spPr>
          <a:xfrm>
            <a:off x="3780475" y="1212500"/>
            <a:ext cx="4650300" cy="447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rgbClr val="17175A"/>
                </a:solidFill>
                <a:latin typeface="Passion One"/>
                <a:ea typeface="Passion One"/>
                <a:cs typeface="Passion One"/>
                <a:sym typeface="Passion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9" name="Google Shape;239;p22"/>
          <p:cNvSpPr txBox="1"/>
          <p:nvPr>
            <p:ph idx="3" type="subTitle"/>
          </p:nvPr>
        </p:nvSpPr>
        <p:spPr>
          <a:xfrm>
            <a:off x="3780475" y="2716013"/>
            <a:ext cx="4650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40" name="Google Shape;240;p22"/>
          <p:cNvSpPr txBox="1"/>
          <p:nvPr>
            <p:ph idx="4" type="subTitle"/>
          </p:nvPr>
        </p:nvSpPr>
        <p:spPr>
          <a:xfrm>
            <a:off x="3780475" y="2382863"/>
            <a:ext cx="4650300" cy="447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rgbClr val="17175A"/>
                </a:solidFill>
                <a:latin typeface="Passion One"/>
                <a:ea typeface="Passion One"/>
                <a:cs typeface="Passion One"/>
                <a:sym typeface="Passion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41" name="Google Shape;241;p22"/>
          <p:cNvSpPr txBox="1"/>
          <p:nvPr>
            <p:ph idx="5" type="subTitle"/>
          </p:nvPr>
        </p:nvSpPr>
        <p:spPr>
          <a:xfrm>
            <a:off x="3780475" y="3886375"/>
            <a:ext cx="4650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42" name="Google Shape;242;p22"/>
          <p:cNvSpPr txBox="1"/>
          <p:nvPr>
            <p:ph idx="6" type="subTitle"/>
          </p:nvPr>
        </p:nvSpPr>
        <p:spPr>
          <a:xfrm>
            <a:off x="3780475" y="3553225"/>
            <a:ext cx="4650300" cy="447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rgbClr val="17175A"/>
                </a:solidFill>
                <a:latin typeface="Passion One"/>
                <a:ea typeface="Passion One"/>
                <a:cs typeface="Passion One"/>
                <a:sym typeface="Passion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43" name="Google Shape;243;p22"/>
          <p:cNvSpPr/>
          <p:nvPr/>
        </p:nvSpPr>
        <p:spPr>
          <a:xfrm>
            <a:off x="-1159675" y="3421300"/>
            <a:ext cx="2592501" cy="2592501"/>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4" name="Google Shape;244;p22"/>
          <p:cNvSpPr/>
          <p:nvPr/>
        </p:nvSpPr>
        <p:spPr>
          <a:xfrm>
            <a:off x="4591750" y="-412263"/>
            <a:ext cx="2085177" cy="901987"/>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5" name="Google Shape;245;p22"/>
          <p:cNvSpPr/>
          <p:nvPr/>
        </p:nvSpPr>
        <p:spPr>
          <a:xfrm rot="-2700000">
            <a:off x="8806072" y="4127247"/>
            <a:ext cx="137292" cy="137292"/>
          </a:xfrm>
          <a:custGeom>
            <a:rect b="b" l="l" r="r" t="t"/>
            <a:pathLst>
              <a:path extrusionOk="0" h="171066" w="171066">
                <a:moveTo>
                  <a:pt x="0" y="0"/>
                </a:moveTo>
                <a:lnTo>
                  <a:pt x="171066" y="0"/>
                </a:lnTo>
                <a:lnTo>
                  <a:pt x="171066" y="171066"/>
                </a:lnTo>
                <a:lnTo>
                  <a:pt x="0" y="171066"/>
                </a:lnTo>
                <a:close/>
              </a:path>
            </a:pathLst>
          </a:custGeom>
          <a:solidFill>
            <a:srgbClr val="7CE1C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6" name="Google Shape;246;p22"/>
          <p:cNvSpPr/>
          <p:nvPr/>
        </p:nvSpPr>
        <p:spPr>
          <a:xfrm rot="-2700000">
            <a:off x="8737815" y="567929"/>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7" name="Google Shape;247;p22"/>
          <p:cNvSpPr/>
          <p:nvPr/>
        </p:nvSpPr>
        <p:spPr>
          <a:xfrm rot="-2700000">
            <a:off x="2888948" y="4742132"/>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8" name="Google Shape;248;p22"/>
          <p:cNvSpPr/>
          <p:nvPr/>
        </p:nvSpPr>
        <p:spPr>
          <a:xfrm rot="-2700000">
            <a:off x="180556" y="279311"/>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9" name="Google Shape;249;p22"/>
          <p:cNvSpPr/>
          <p:nvPr/>
        </p:nvSpPr>
        <p:spPr>
          <a:xfrm>
            <a:off x="346285" y="2253055"/>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50" name="Google Shape;250;p22"/>
          <p:cNvGrpSpPr/>
          <p:nvPr/>
        </p:nvGrpSpPr>
        <p:grpSpPr>
          <a:xfrm>
            <a:off x="4121021" y="-456934"/>
            <a:ext cx="901968" cy="901968"/>
            <a:chOff x="1350404" y="-3124999"/>
            <a:chExt cx="1570279" cy="1570279"/>
          </a:xfrm>
        </p:grpSpPr>
        <p:sp>
          <p:nvSpPr>
            <p:cNvPr id="251" name="Google Shape;251;p22"/>
            <p:cNvSpPr/>
            <p:nvPr/>
          </p:nvSpPr>
          <p:spPr>
            <a:xfrm>
              <a:off x="2135530" y="-3124999"/>
              <a:ext cx="2889" cy="1570279"/>
            </a:xfrm>
            <a:custGeom>
              <a:rect b="b" l="l" r="r" t="t"/>
              <a:pathLst>
                <a:path extrusionOk="0" h="1570279" w="2889">
                  <a:moveTo>
                    <a:pt x="0" y="0"/>
                  </a:moveTo>
                  <a:lnTo>
                    <a:pt x="0" y="157028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2" name="Google Shape;252;p22"/>
            <p:cNvSpPr/>
            <p:nvPr/>
          </p:nvSpPr>
          <p:spPr>
            <a:xfrm>
              <a:off x="1350404" y="-2339874"/>
              <a:ext cx="1570279" cy="2889"/>
            </a:xfrm>
            <a:custGeom>
              <a:rect b="b" l="l" r="r" t="t"/>
              <a:pathLst>
                <a:path extrusionOk="0" h="2889" w="1570279">
                  <a:moveTo>
                    <a:pt x="1570280" y="0"/>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3" name="Google Shape;253;p22"/>
            <p:cNvSpPr/>
            <p:nvPr/>
          </p:nvSpPr>
          <p:spPr>
            <a:xfrm>
              <a:off x="1580345" y="-2895030"/>
              <a:ext cx="1110370" cy="1110341"/>
            </a:xfrm>
            <a:custGeom>
              <a:rect b="b" l="l" r="r" t="t"/>
              <a:pathLst>
                <a:path extrusionOk="0" h="1110341" w="1110370">
                  <a:moveTo>
                    <a:pt x="1110371" y="0"/>
                  </a:moveTo>
                  <a:lnTo>
                    <a:pt x="0" y="1110342"/>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4" name="Google Shape;254;p22"/>
            <p:cNvSpPr/>
            <p:nvPr/>
          </p:nvSpPr>
          <p:spPr>
            <a:xfrm>
              <a:off x="1580345" y="-2895030"/>
              <a:ext cx="1110370" cy="1110341"/>
            </a:xfrm>
            <a:custGeom>
              <a:rect b="b" l="l" r="r" t="t"/>
              <a:pathLst>
                <a:path extrusionOk="0" h="1110341" w="1110370">
                  <a:moveTo>
                    <a:pt x="1110371" y="1110342"/>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_2">
    <p:spTree>
      <p:nvGrpSpPr>
        <p:cNvPr id="255" name="Shape 255"/>
        <p:cNvGrpSpPr/>
        <p:nvPr/>
      </p:nvGrpSpPr>
      <p:grpSpPr>
        <a:xfrm>
          <a:off x="0" y="0"/>
          <a:ext cx="0" cy="0"/>
          <a:chOff x="0" y="0"/>
          <a:chExt cx="0" cy="0"/>
        </a:xfrm>
      </p:grpSpPr>
      <p:sp>
        <p:nvSpPr>
          <p:cNvPr id="256" name="Google Shape;256;p23"/>
          <p:cNvSpPr txBox="1"/>
          <p:nvPr>
            <p:ph idx="1" type="subTitle"/>
          </p:nvPr>
        </p:nvSpPr>
        <p:spPr>
          <a:xfrm>
            <a:off x="1647700" y="1527800"/>
            <a:ext cx="6222000" cy="405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7" name="Google Shape;257;p23"/>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58" name="Google Shape;258;p23"/>
          <p:cNvSpPr txBox="1"/>
          <p:nvPr>
            <p:ph hasCustomPrompt="1" idx="2" type="title"/>
          </p:nvPr>
        </p:nvSpPr>
        <p:spPr>
          <a:xfrm>
            <a:off x="796200" y="1270850"/>
            <a:ext cx="7314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59" name="Google Shape;259;p23"/>
          <p:cNvSpPr txBox="1"/>
          <p:nvPr>
            <p:ph idx="3" type="subTitle"/>
          </p:nvPr>
        </p:nvSpPr>
        <p:spPr>
          <a:xfrm>
            <a:off x="1647700" y="1194650"/>
            <a:ext cx="6222000" cy="447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latin typeface="Passion One"/>
                <a:ea typeface="Passion One"/>
                <a:cs typeface="Passion One"/>
                <a:sym typeface="Passion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60" name="Google Shape;260;p23"/>
          <p:cNvSpPr txBox="1"/>
          <p:nvPr>
            <p:ph idx="4" type="subTitle"/>
          </p:nvPr>
        </p:nvSpPr>
        <p:spPr>
          <a:xfrm>
            <a:off x="1647700" y="2392800"/>
            <a:ext cx="6222000" cy="405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61" name="Google Shape;261;p23"/>
          <p:cNvSpPr txBox="1"/>
          <p:nvPr>
            <p:ph hasCustomPrompt="1" idx="5" type="title"/>
          </p:nvPr>
        </p:nvSpPr>
        <p:spPr>
          <a:xfrm>
            <a:off x="796200" y="2135850"/>
            <a:ext cx="7314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62" name="Google Shape;262;p23"/>
          <p:cNvSpPr txBox="1"/>
          <p:nvPr>
            <p:ph idx="6" type="subTitle"/>
          </p:nvPr>
        </p:nvSpPr>
        <p:spPr>
          <a:xfrm>
            <a:off x="1647700" y="2059650"/>
            <a:ext cx="6222000" cy="447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latin typeface="Passion One"/>
                <a:ea typeface="Passion One"/>
                <a:cs typeface="Passion One"/>
                <a:sym typeface="Passion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63" name="Google Shape;263;p23"/>
          <p:cNvSpPr txBox="1"/>
          <p:nvPr>
            <p:ph idx="7" type="subTitle"/>
          </p:nvPr>
        </p:nvSpPr>
        <p:spPr>
          <a:xfrm>
            <a:off x="1647700" y="3257800"/>
            <a:ext cx="6222000" cy="405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64" name="Google Shape;264;p23"/>
          <p:cNvSpPr txBox="1"/>
          <p:nvPr>
            <p:ph hasCustomPrompt="1" idx="8" type="title"/>
          </p:nvPr>
        </p:nvSpPr>
        <p:spPr>
          <a:xfrm>
            <a:off x="796200" y="3000850"/>
            <a:ext cx="7314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65" name="Google Shape;265;p23"/>
          <p:cNvSpPr txBox="1"/>
          <p:nvPr>
            <p:ph idx="9" type="subTitle"/>
          </p:nvPr>
        </p:nvSpPr>
        <p:spPr>
          <a:xfrm>
            <a:off x="1647700" y="2924650"/>
            <a:ext cx="6222000" cy="447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latin typeface="Passion One"/>
                <a:ea typeface="Passion One"/>
                <a:cs typeface="Passion One"/>
                <a:sym typeface="Passion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66" name="Google Shape;266;p23"/>
          <p:cNvSpPr txBox="1"/>
          <p:nvPr>
            <p:ph idx="13" type="subTitle"/>
          </p:nvPr>
        </p:nvSpPr>
        <p:spPr>
          <a:xfrm>
            <a:off x="1647700" y="4122800"/>
            <a:ext cx="6222000" cy="405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67" name="Google Shape;267;p23"/>
          <p:cNvSpPr txBox="1"/>
          <p:nvPr>
            <p:ph hasCustomPrompt="1" idx="14" type="title"/>
          </p:nvPr>
        </p:nvSpPr>
        <p:spPr>
          <a:xfrm>
            <a:off x="796200" y="3865850"/>
            <a:ext cx="7314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68" name="Google Shape;268;p23"/>
          <p:cNvSpPr txBox="1"/>
          <p:nvPr>
            <p:ph idx="15" type="subTitle"/>
          </p:nvPr>
        </p:nvSpPr>
        <p:spPr>
          <a:xfrm>
            <a:off x="1647700" y="3789650"/>
            <a:ext cx="6222000" cy="447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latin typeface="Passion One"/>
                <a:ea typeface="Passion One"/>
                <a:cs typeface="Passion One"/>
                <a:sym typeface="Passion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69" name="Google Shape;269;p23"/>
          <p:cNvSpPr/>
          <p:nvPr/>
        </p:nvSpPr>
        <p:spPr>
          <a:xfrm>
            <a:off x="-1584350" y="287197"/>
            <a:ext cx="2181807" cy="2181807"/>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0" name="Google Shape;270;p23"/>
          <p:cNvSpPr/>
          <p:nvPr/>
        </p:nvSpPr>
        <p:spPr>
          <a:xfrm rot="5400000">
            <a:off x="7650425" y="3747962"/>
            <a:ext cx="2085177" cy="901987"/>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71" name="Google Shape;271;p23"/>
          <p:cNvGrpSpPr/>
          <p:nvPr/>
        </p:nvGrpSpPr>
        <p:grpSpPr>
          <a:xfrm>
            <a:off x="7809396" y="3638666"/>
            <a:ext cx="901968" cy="901968"/>
            <a:chOff x="1350404" y="-3124999"/>
            <a:chExt cx="1570279" cy="1570279"/>
          </a:xfrm>
        </p:grpSpPr>
        <p:sp>
          <p:nvSpPr>
            <p:cNvPr id="272" name="Google Shape;272;p23"/>
            <p:cNvSpPr/>
            <p:nvPr/>
          </p:nvSpPr>
          <p:spPr>
            <a:xfrm>
              <a:off x="2135530" y="-3124999"/>
              <a:ext cx="2889" cy="1570279"/>
            </a:xfrm>
            <a:custGeom>
              <a:rect b="b" l="l" r="r" t="t"/>
              <a:pathLst>
                <a:path extrusionOk="0" h="1570279" w="2889">
                  <a:moveTo>
                    <a:pt x="0" y="0"/>
                  </a:moveTo>
                  <a:lnTo>
                    <a:pt x="0" y="157028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3" name="Google Shape;273;p23"/>
            <p:cNvSpPr/>
            <p:nvPr/>
          </p:nvSpPr>
          <p:spPr>
            <a:xfrm>
              <a:off x="1350404" y="-2339874"/>
              <a:ext cx="1570279" cy="2889"/>
            </a:xfrm>
            <a:custGeom>
              <a:rect b="b" l="l" r="r" t="t"/>
              <a:pathLst>
                <a:path extrusionOk="0" h="2889" w="1570279">
                  <a:moveTo>
                    <a:pt x="1570280" y="0"/>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4" name="Google Shape;274;p23"/>
            <p:cNvSpPr/>
            <p:nvPr/>
          </p:nvSpPr>
          <p:spPr>
            <a:xfrm>
              <a:off x="1580345" y="-2895030"/>
              <a:ext cx="1110370" cy="1110341"/>
            </a:xfrm>
            <a:custGeom>
              <a:rect b="b" l="l" r="r" t="t"/>
              <a:pathLst>
                <a:path extrusionOk="0" h="1110341" w="1110370">
                  <a:moveTo>
                    <a:pt x="1110371" y="0"/>
                  </a:moveTo>
                  <a:lnTo>
                    <a:pt x="0" y="1110342"/>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5" name="Google Shape;275;p23"/>
            <p:cNvSpPr/>
            <p:nvPr/>
          </p:nvSpPr>
          <p:spPr>
            <a:xfrm>
              <a:off x="1580345" y="-2895030"/>
              <a:ext cx="1110370" cy="1110341"/>
            </a:xfrm>
            <a:custGeom>
              <a:rect b="b" l="l" r="r" t="t"/>
              <a:pathLst>
                <a:path extrusionOk="0" h="1110341" w="1110370">
                  <a:moveTo>
                    <a:pt x="1110371" y="1110342"/>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76" name="Google Shape;276;p23"/>
          <p:cNvSpPr/>
          <p:nvPr/>
        </p:nvSpPr>
        <p:spPr>
          <a:xfrm rot="-2700000">
            <a:off x="242648" y="4322582"/>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7" name="Google Shape;277;p23"/>
          <p:cNvSpPr/>
          <p:nvPr/>
        </p:nvSpPr>
        <p:spPr>
          <a:xfrm rot="-2700000">
            <a:off x="5260819" y="4841036"/>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8" name="Google Shape;278;p23"/>
          <p:cNvSpPr/>
          <p:nvPr/>
        </p:nvSpPr>
        <p:spPr>
          <a:xfrm>
            <a:off x="251447" y="810755"/>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9" name="Google Shape;279;p23"/>
          <p:cNvSpPr/>
          <p:nvPr/>
        </p:nvSpPr>
        <p:spPr>
          <a:xfrm rot="-2700000">
            <a:off x="8687852" y="2562279"/>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0" name="Google Shape;280;p23"/>
          <p:cNvSpPr/>
          <p:nvPr/>
        </p:nvSpPr>
        <p:spPr>
          <a:xfrm rot="-2700000">
            <a:off x="4121110" y="102372"/>
            <a:ext cx="137292" cy="137292"/>
          </a:xfrm>
          <a:custGeom>
            <a:rect b="b" l="l" r="r" t="t"/>
            <a:pathLst>
              <a:path extrusionOk="0" h="171066" w="171066">
                <a:moveTo>
                  <a:pt x="0" y="0"/>
                </a:moveTo>
                <a:lnTo>
                  <a:pt x="171066" y="0"/>
                </a:lnTo>
                <a:lnTo>
                  <a:pt x="171066" y="171066"/>
                </a:lnTo>
                <a:lnTo>
                  <a:pt x="0" y="171066"/>
                </a:lnTo>
                <a:close/>
              </a:path>
            </a:pathLst>
          </a:custGeom>
          <a:solidFill>
            <a:srgbClr val="7CE1C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281" name="Shape 281"/>
        <p:cNvGrpSpPr/>
        <p:nvPr/>
      </p:nvGrpSpPr>
      <p:grpSpPr>
        <a:xfrm>
          <a:off x="0" y="0"/>
          <a:ext cx="0" cy="0"/>
          <a:chOff x="0" y="0"/>
          <a:chExt cx="0" cy="0"/>
        </a:xfrm>
      </p:grpSpPr>
      <p:sp>
        <p:nvSpPr>
          <p:cNvPr id="282" name="Google Shape;282;p24"/>
          <p:cNvSpPr txBox="1"/>
          <p:nvPr>
            <p:ph idx="1" type="subTitle"/>
          </p:nvPr>
        </p:nvSpPr>
        <p:spPr>
          <a:xfrm>
            <a:off x="719975" y="1547350"/>
            <a:ext cx="37314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83" name="Google Shape;283;p24"/>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84" name="Google Shape;284;p24"/>
          <p:cNvSpPr txBox="1"/>
          <p:nvPr>
            <p:ph idx="2" type="subTitle"/>
          </p:nvPr>
        </p:nvSpPr>
        <p:spPr>
          <a:xfrm>
            <a:off x="719975" y="1208500"/>
            <a:ext cx="3731400" cy="459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rgbClr val="17175A"/>
                </a:solidFill>
                <a:latin typeface="Passion One"/>
                <a:ea typeface="Passion One"/>
                <a:cs typeface="Passion One"/>
                <a:sym typeface="Passion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85" name="Google Shape;285;p24"/>
          <p:cNvSpPr txBox="1"/>
          <p:nvPr>
            <p:ph idx="3" type="subTitle"/>
          </p:nvPr>
        </p:nvSpPr>
        <p:spPr>
          <a:xfrm>
            <a:off x="719975" y="2715875"/>
            <a:ext cx="37314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86" name="Google Shape;286;p24"/>
          <p:cNvSpPr txBox="1"/>
          <p:nvPr>
            <p:ph idx="4" type="subTitle"/>
          </p:nvPr>
        </p:nvSpPr>
        <p:spPr>
          <a:xfrm>
            <a:off x="719975" y="2377025"/>
            <a:ext cx="3731400" cy="459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rgbClr val="17175A"/>
                </a:solidFill>
                <a:latin typeface="Passion One"/>
                <a:ea typeface="Passion One"/>
                <a:cs typeface="Passion One"/>
                <a:sym typeface="Passion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87" name="Google Shape;287;p24"/>
          <p:cNvSpPr txBox="1"/>
          <p:nvPr>
            <p:ph idx="5" type="subTitle"/>
          </p:nvPr>
        </p:nvSpPr>
        <p:spPr>
          <a:xfrm>
            <a:off x="719975" y="3884400"/>
            <a:ext cx="37314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88" name="Google Shape;288;p24"/>
          <p:cNvSpPr txBox="1"/>
          <p:nvPr>
            <p:ph idx="6" type="subTitle"/>
          </p:nvPr>
        </p:nvSpPr>
        <p:spPr>
          <a:xfrm>
            <a:off x="719975" y="3545550"/>
            <a:ext cx="3731400" cy="459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rgbClr val="17175A"/>
                </a:solidFill>
                <a:latin typeface="Passion One"/>
                <a:ea typeface="Passion One"/>
                <a:cs typeface="Passion One"/>
                <a:sym typeface="Passion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89" name="Google Shape;289;p24"/>
          <p:cNvSpPr txBox="1"/>
          <p:nvPr>
            <p:ph idx="7" type="subTitle"/>
          </p:nvPr>
        </p:nvSpPr>
        <p:spPr>
          <a:xfrm>
            <a:off x="4699375" y="1547350"/>
            <a:ext cx="37314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0" name="Google Shape;290;p24"/>
          <p:cNvSpPr txBox="1"/>
          <p:nvPr>
            <p:ph idx="8" type="subTitle"/>
          </p:nvPr>
        </p:nvSpPr>
        <p:spPr>
          <a:xfrm>
            <a:off x="4699375" y="1208500"/>
            <a:ext cx="3731400" cy="459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rgbClr val="17175A"/>
                </a:solidFill>
                <a:latin typeface="Passion One"/>
                <a:ea typeface="Passion One"/>
                <a:cs typeface="Passion One"/>
                <a:sym typeface="Passion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91" name="Google Shape;291;p24"/>
          <p:cNvSpPr txBox="1"/>
          <p:nvPr>
            <p:ph idx="9" type="subTitle"/>
          </p:nvPr>
        </p:nvSpPr>
        <p:spPr>
          <a:xfrm>
            <a:off x="4699375" y="2715875"/>
            <a:ext cx="37314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2" name="Google Shape;292;p24"/>
          <p:cNvSpPr txBox="1"/>
          <p:nvPr>
            <p:ph idx="13" type="subTitle"/>
          </p:nvPr>
        </p:nvSpPr>
        <p:spPr>
          <a:xfrm>
            <a:off x="4699375" y="2377025"/>
            <a:ext cx="3731400" cy="459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rgbClr val="17175A"/>
                </a:solidFill>
                <a:latin typeface="Passion One"/>
                <a:ea typeface="Passion One"/>
                <a:cs typeface="Passion One"/>
                <a:sym typeface="Passion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93" name="Google Shape;293;p24"/>
          <p:cNvSpPr txBox="1"/>
          <p:nvPr>
            <p:ph idx="14" type="subTitle"/>
          </p:nvPr>
        </p:nvSpPr>
        <p:spPr>
          <a:xfrm>
            <a:off x="4699375" y="3884400"/>
            <a:ext cx="37314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4" name="Google Shape;294;p24"/>
          <p:cNvSpPr txBox="1"/>
          <p:nvPr>
            <p:ph idx="15" type="subTitle"/>
          </p:nvPr>
        </p:nvSpPr>
        <p:spPr>
          <a:xfrm>
            <a:off x="4699375" y="3545550"/>
            <a:ext cx="3731400" cy="459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rgbClr val="17175A"/>
                </a:solidFill>
                <a:latin typeface="Passion One"/>
                <a:ea typeface="Passion One"/>
                <a:cs typeface="Passion One"/>
                <a:sym typeface="Passion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95" name="Google Shape;295;p24"/>
          <p:cNvSpPr/>
          <p:nvPr/>
        </p:nvSpPr>
        <p:spPr>
          <a:xfrm rot="-5400000">
            <a:off x="-889950" y="3951362"/>
            <a:ext cx="2085177" cy="901987"/>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6" name="Google Shape;296;p24"/>
          <p:cNvSpPr/>
          <p:nvPr/>
        </p:nvSpPr>
        <p:spPr>
          <a:xfrm>
            <a:off x="8093184" y="-996666"/>
            <a:ext cx="2087690" cy="2087690"/>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7" name="Google Shape;297;p24"/>
          <p:cNvSpPr/>
          <p:nvPr/>
        </p:nvSpPr>
        <p:spPr>
          <a:xfrm rot="-2700000">
            <a:off x="8833547" y="4485522"/>
            <a:ext cx="137292" cy="137292"/>
          </a:xfrm>
          <a:custGeom>
            <a:rect b="b" l="l" r="r" t="t"/>
            <a:pathLst>
              <a:path extrusionOk="0" h="171066" w="171066">
                <a:moveTo>
                  <a:pt x="0" y="0"/>
                </a:moveTo>
                <a:lnTo>
                  <a:pt x="171066" y="0"/>
                </a:lnTo>
                <a:lnTo>
                  <a:pt x="171066" y="171066"/>
                </a:lnTo>
                <a:lnTo>
                  <a:pt x="0" y="171066"/>
                </a:lnTo>
                <a:close/>
              </a:path>
            </a:pathLst>
          </a:custGeom>
          <a:solidFill>
            <a:srgbClr val="7CE1C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8" name="Google Shape;298;p24"/>
          <p:cNvSpPr/>
          <p:nvPr/>
        </p:nvSpPr>
        <p:spPr>
          <a:xfrm rot="-2700000">
            <a:off x="644581" y="227075"/>
            <a:ext cx="137292" cy="137292"/>
          </a:xfrm>
          <a:custGeom>
            <a:rect b="b" l="l" r="r" t="t"/>
            <a:pathLst>
              <a:path extrusionOk="0" h="171066" w="171066">
                <a:moveTo>
                  <a:pt x="0" y="0"/>
                </a:moveTo>
                <a:lnTo>
                  <a:pt x="171066" y="0"/>
                </a:lnTo>
                <a:lnTo>
                  <a:pt x="171066" y="171066"/>
                </a:lnTo>
                <a:lnTo>
                  <a:pt x="0" y="171066"/>
                </a:lnTo>
                <a:close/>
              </a:path>
            </a:pathLst>
          </a:custGeom>
          <a:solidFill>
            <a:srgbClr val="FCBD0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9" name="Google Shape;299;p24"/>
          <p:cNvSpPr/>
          <p:nvPr/>
        </p:nvSpPr>
        <p:spPr>
          <a:xfrm rot="-2700000">
            <a:off x="4914890" y="4816304"/>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0" name="Google Shape;300;p24"/>
          <p:cNvSpPr/>
          <p:nvPr/>
        </p:nvSpPr>
        <p:spPr>
          <a:xfrm rot="-2700000">
            <a:off x="240098" y="3317007"/>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1" name="Google Shape;301;p24"/>
          <p:cNvSpPr/>
          <p:nvPr/>
        </p:nvSpPr>
        <p:spPr>
          <a:xfrm rot="-2700000">
            <a:off x="8639406" y="2148486"/>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2" name="Google Shape;302;p24"/>
          <p:cNvSpPr/>
          <p:nvPr/>
        </p:nvSpPr>
        <p:spPr>
          <a:xfrm>
            <a:off x="6608360" y="198655"/>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303" name="Shape 303"/>
        <p:cNvGrpSpPr/>
        <p:nvPr/>
      </p:nvGrpSpPr>
      <p:grpSpPr>
        <a:xfrm>
          <a:off x="0" y="0"/>
          <a:ext cx="0" cy="0"/>
          <a:chOff x="0" y="0"/>
          <a:chExt cx="0" cy="0"/>
        </a:xfrm>
      </p:grpSpPr>
      <p:sp>
        <p:nvSpPr>
          <p:cNvPr id="304" name="Google Shape;304;p25"/>
          <p:cNvSpPr txBox="1"/>
          <p:nvPr>
            <p:ph type="title"/>
          </p:nvPr>
        </p:nvSpPr>
        <p:spPr>
          <a:xfrm>
            <a:off x="2347950" y="1147088"/>
            <a:ext cx="4448100" cy="1176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sz="72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05" name="Google Shape;305;p25"/>
          <p:cNvSpPr txBox="1"/>
          <p:nvPr>
            <p:ph idx="1" type="subTitle"/>
          </p:nvPr>
        </p:nvSpPr>
        <p:spPr>
          <a:xfrm>
            <a:off x="2347900" y="2503800"/>
            <a:ext cx="4448100" cy="1128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06" name="Google Shape;306;p25"/>
          <p:cNvSpPr/>
          <p:nvPr/>
        </p:nvSpPr>
        <p:spPr>
          <a:xfrm>
            <a:off x="-1019876" y="1643250"/>
            <a:ext cx="2293037" cy="2293037"/>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7" name="Google Shape;307;p25"/>
          <p:cNvSpPr/>
          <p:nvPr/>
        </p:nvSpPr>
        <p:spPr>
          <a:xfrm>
            <a:off x="7311550" y="-1003500"/>
            <a:ext cx="2455603" cy="2455603"/>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8" name="Google Shape;308;p25"/>
          <p:cNvSpPr/>
          <p:nvPr/>
        </p:nvSpPr>
        <p:spPr>
          <a:xfrm rot="10800000">
            <a:off x="7044900" y="4330787"/>
            <a:ext cx="2085177" cy="901987"/>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9" name="Google Shape;309;p25"/>
          <p:cNvSpPr/>
          <p:nvPr/>
        </p:nvSpPr>
        <p:spPr>
          <a:xfrm>
            <a:off x="-691818" y="-1638807"/>
            <a:ext cx="2306972" cy="2306972"/>
          </a:xfrm>
          <a:custGeom>
            <a:rect b="b" l="l" r="r" t="t"/>
            <a:pathLst>
              <a:path extrusionOk="0" h="2306972" w="2306972">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0" name="Google Shape;310;p25"/>
          <p:cNvSpPr/>
          <p:nvPr/>
        </p:nvSpPr>
        <p:spPr>
          <a:xfrm>
            <a:off x="8454632" y="3783118"/>
            <a:ext cx="2306972" cy="2306972"/>
          </a:xfrm>
          <a:custGeom>
            <a:rect b="b" l="l" r="r" t="t"/>
            <a:pathLst>
              <a:path extrusionOk="0" h="2306972" w="2306972">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1" name="Google Shape;311;p25"/>
          <p:cNvSpPr/>
          <p:nvPr/>
        </p:nvSpPr>
        <p:spPr>
          <a:xfrm rot="-2700000">
            <a:off x="1860872" y="231772"/>
            <a:ext cx="137292" cy="137292"/>
          </a:xfrm>
          <a:custGeom>
            <a:rect b="b" l="l" r="r" t="t"/>
            <a:pathLst>
              <a:path extrusionOk="0" h="171066" w="171066">
                <a:moveTo>
                  <a:pt x="0" y="0"/>
                </a:moveTo>
                <a:lnTo>
                  <a:pt x="171066" y="0"/>
                </a:lnTo>
                <a:lnTo>
                  <a:pt x="171066" y="171066"/>
                </a:lnTo>
                <a:lnTo>
                  <a:pt x="0" y="171066"/>
                </a:lnTo>
                <a:close/>
              </a:path>
            </a:pathLst>
          </a:custGeom>
          <a:solidFill>
            <a:srgbClr val="7CE1C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2" name="Google Shape;312;p25"/>
          <p:cNvSpPr/>
          <p:nvPr/>
        </p:nvSpPr>
        <p:spPr>
          <a:xfrm rot="-2700000">
            <a:off x="6009081" y="155650"/>
            <a:ext cx="137292" cy="137292"/>
          </a:xfrm>
          <a:custGeom>
            <a:rect b="b" l="l" r="r" t="t"/>
            <a:pathLst>
              <a:path extrusionOk="0" h="171066" w="171066">
                <a:moveTo>
                  <a:pt x="0" y="0"/>
                </a:moveTo>
                <a:lnTo>
                  <a:pt x="171066" y="0"/>
                </a:lnTo>
                <a:lnTo>
                  <a:pt x="171066" y="171066"/>
                </a:lnTo>
                <a:lnTo>
                  <a:pt x="0" y="171066"/>
                </a:lnTo>
                <a:close/>
              </a:path>
            </a:pathLst>
          </a:custGeom>
          <a:solidFill>
            <a:srgbClr val="FCBD0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3" name="Google Shape;313;p25"/>
          <p:cNvSpPr/>
          <p:nvPr/>
        </p:nvSpPr>
        <p:spPr>
          <a:xfrm rot="-2700000">
            <a:off x="6676290" y="4713129"/>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4" name="Google Shape;314;p25"/>
          <p:cNvSpPr/>
          <p:nvPr/>
        </p:nvSpPr>
        <p:spPr>
          <a:xfrm rot="-2700000">
            <a:off x="2182223" y="4811107"/>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5" name="Google Shape;315;p25"/>
          <p:cNvSpPr/>
          <p:nvPr/>
        </p:nvSpPr>
        <p:spPr>
          <a:xfrm rot="-2700000">
            <a:off x="8738506" y="2026886"/>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6" name="Google Shape;316;p25"/>
          <p:cNvSpPr/>
          <p:nvPr/>
        </p:nvSpPr>
        <p:spPr>
          <a:xfrm>
            <a:off x="401822" y="4544155"/>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7" name="Google Shape;317;p25"/>
          <p:cNvSpPr txBox="1"/>
          <p:nvPr/>
        </p:nvSpPr>
        <p:spPr>
          <a:xfrm>
            <a:off x="2099100" y="3774575"/>
            <a:ext cx="49458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lang="en" sz="1000">
                <a:solidFill>
                  <a:schemeClr val="dk1"/>
                </a:solidFill>
                <a:latin typeface="Inter"/>
                <a:ea typeface="Inter"/>
                <a:cs typeface="Inter"/>
                <a:sym typeface="Inter"/>
              </a:rPr>
              <a:t>CREDITS: This presentation template was created by </a:t>
            </a:r>
            <a:r>
              <a:rPr b="1" lang="en" sz="1000" u="sng">
                <a:solidFill>
                  <a:schemeClr val="dk1"/>
                </a:solidFill>
                <a:latin typeface="Inter"/>
                <a:ea typeface="Inter"/>
                <a:cs typeface="Inter"/>
                <a:sym typeface="Inter"/>
                <a:hlinkClick r:id="rId2">
                  <a:extLst>
                    <a:ext uri="{A12FA001-AC4F-418D-AE19-62706E023703}">
                      <ahyp:hlinkClr val="tx"/>
                    </a:ext>
                  </a:extLst>
                </a:hlinkClick>
              </a:rPr>
              <a:t>Slidesgo</a:t>
            </a:r>
            <a:r>
              <a:rPr lang="en" sz="1000">
                <a:solidFill>
                  <a:schemeClr val="dk1"/>
                </a:solidFill>
                <a:latin typeface="Inter"/>
                <a:ea typeface="Inter"/>
                <a:cs typeface="Inter"/>
                <a:sym typeface="Inter"/>
              </a:rPr>
              <a:t>, and includes icons by </a:t>
            </a:r>
            <a:r>
              <a:rPr b="1" lang="en" sz="1000" u="sng">
                <a:solidFill>
                  <a:schemeClr val="dk1"/>
                </a:solidFill>
                <a:latin typeface="Inter"/>
                <a:ea typeface="Inter"/>
                <a:cs typeface="Inter"/>
                <a:sym typeface="Inter"/>
                <a:hlinkClick r:id="rId3">
                  <a:extLst>
                    <a:ext uri="{A12FA001-AC4F-418D-AE19-62706E023703}">
                      <ahyp:hlinkClr val="tx"/>
                    </a:ext>
                  </a:extLst>
                </a:hlinkClick>
              </a:rPr>
              <a:t>Flaticon</a:t>
            </a:r>
            <a:r>
              <a:rPr lang="en" sz="1000">
                <a:solidFill>
                  <a:schemeClr val="dk1"/>
                </a:solidFill>
                <a:latin typeface="Inter"/>
                <a:ea typeface="Inter"/>
                <a:cs typeface="Inter"/>
                <a:sym typeface="Inter"/>
              </a:rPr>
              <a:t>, and infographics &amp; images by </a:t>
            </a:r>
            <a:r>
              <a:rPr b="1" lang="en" sz="1000" u="sng">
                <a:solidFill>
                  <a:schemeClr val="dk1"/>
                </a:solidFill>
                <a:latin typeface="Inter"/>
                <a:ea typeface="Inter"/>
                <a:cs typeface="Inter"/>
                <a:sym typeface="Inter"/>
                <a:hlinkClick r:id="rId4">
                  <a:extLst>
                    <a:ext uri="{A12FA001-AC4F-418D-AE19-62706E023703}">
                      <ahyp:hlinkClr val="tx"/>
                    </a:ext>
                  </a:extLst>
                </a:hlinkClick>
              </a:rPr>
              <a:t>Freepik</a:t>
            </a:r>
            <a:r>
              <a:rPr lang="en" sz="1000" u="sng">
                <a:solidFill>
                  <a:schemeClr val="dk1"/>
                </a:solidFill>
                <a:latin typeface="Inter"/>
                <a:ea typeface="Inter"/>
                <a:cs typeface="Inter"/>
                <a:sym typeface="Inter"/>
              </a:rPr>
              <a:t> </a:t>
            </a:r>
            <a:endParaRPr sz="1000" u="sng">
              <a:solidFill>
                <a:schemeClr val="dk1"/>
              </a:solidFill>
              <a:latin typeface="Inter"/>
              <a:ea typeface="Inter"/>
              <a:cs typeface="Inter"/>
              <a:sym typeface="Inte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318" name="Shape 318"/>
        <p:cNvGrpSpPr/>
        <p:nvPr/>
      </p:nvGrpSpPr>
      <p:grpSpPr>
        <a:xfrm>
          <a:off x="0" y="0"/>
          <a:ext cx="0" cy="0"/>
          <a:chOff x="0" y="0"/>
          <a:chExt cx="0" cy="0"/>
        </a:xfrm>
      </p:grpSpPr>
      <p:sp>
        <p:nvSpPr>
          <p:cNvPr id="319" name="Google Shape;319;p26"/>
          <p:cNvSpPr/>
          <p:nvPr/>
        </p:nvSpPr>
        <p:spPr>
          <a:xfrm>
            <a:off x="-753977" y="3910975"/>
            <a:ext cx="2489827" cy="2489827"/>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20" name="Google Shape;320;p26"/>
          <p:cNvGrpSpPr/>
          <p:nvPr/>
        </p:nvGrpSpPr>
        <p:grpSpPr>
          <a:xfrm>
            <a:off x="295975" y="4188655"/>
            <a:ext cx="1694813" cy="830678"/>
            <a:chOff x="-215300" y="3851305"/>
            <a:chExt cx="1694813" cy="830678"/>
          </a:xfrm>
        </p:grpSpPr>
        <p:sp>
          <p:nvSpPr>
            <p:cNvPr id="321" name="Google Shape;321;p26"/>
            <p:cNvSpPr/>
            <p:nvPr/>
          </p:nvSpPr>
          <p:spPr>
            <a:xfrm>
              <a:off x="861887" y="3947362"/>
              <a:ext cx="215345" cy="42222"/>
            </a:xfrm>
            <a:custGeom>
              <a:rect b="b" l="l" r="r" t="t"/>
              <a:pathLst>
                <a:path extrusionOk="0" h="75734" w="386269">
                  <a:moveTo>
                    <a:pt x="0" y="0"/>
                  </a:moveTo>
                  <a:lnTo>
                    <a:pt x="386270" y="0"/>
                  </a:lnTo>
                  <a:lnTo>
                    <a:pt x="386270" y="75735"/>
                  </a:lnTo>
                  <a:lnTo>
                    <a:pt x="0" y="75735"/>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22" name="Google Shape;322;p26"/>
            <p:cNvGrpSpPr/>
            <p:nvPr/>
          </p:nvGrpSpPr>
          <p:grpSpPr>
            <a:xfrm>
              <a:off x="861887" y="4031521"/>
              <a:ext cx="137882" cy="60495"/>
              <a:chOff x="1949580" y="3551527"/>
              <a:chExt cx="247410" cy="108551"/>
            </a:xfrm>
          </p:grpSpPr>
          <p:sp>
            <p:nvSpPr>
              <p:cNvPr id="323" name="Google Shape;323;p26"/>
              <p:cNvSpPr/>
              <p:nvPr/>
            </p:nvSpPr>
            <p:spPr>
              <a:xfrm>
                <a:off x="1949580" y="3551527"/>
                <a:ext cx="247410" cy="7596"/>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4" name="Google Shape;324;p26"/>
              <p:cNvSpPr/>
              <p:nvPr/>
            </p:nvSpPr>
            <p:spPr>
              <a:xfrm>
                <a:off x="1949580" y="3601966"/>
                <a:ext cx="247410" cy="7596"/>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5" name="Google Shape;325;p26"/>
              <p:cNvSpPr/>
              <p:nvPr/>
            </p:nvSpPr>
            <p:spPr>
              <a:xfrm>
                <a:off x="1949580" y="3652482"/>
                <a:ext cx="247410" cy="7596"/>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26" name="Google Shape;326;p26"/>
            <p:cNvSpPr/>
            <p:nvPr/>
          </p:nvSpPr>
          <p:spPr>
            <a:xfrm>
              <a:off x="-85801" y="4070172"/>
              <a:ext cx="105745" cy="611734"/>
            </a:xfrm>
            <a:custGeom>
              <a:rect b="b" l="l" r="r" t="t"/>
              <a:pathLst>
                <a:path extrusionOk="0" h="1097280" w="189678">
                  <a:moveTo>
                    <a:pt x="0" y="0"/>
                  </a:moveTo>
                  <a:lnTo>
                    <a:pt x="189679" y="0"/>
                  </a:lnTo>
                  <a:lnTo>
                    <a:pt x="189679" y="1097280"/>
                  </a:lnTo>
                  <a:lnTo>
                    <a:pt x="0" y="1097280"/>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7" name="Google Shape;327;p26"/>
            <p:cNvSpPr/>
            <p:nvPr/>
          </p:nvSpPr>
          <p:spPr>
            <a:xfrm>
              <a:off x="104109" y="4375950"/>
              <a:ext cx="105745" cy="305846"/>
            </a:xfrm>
            <a:custGeom>
              <a:rect b="b" l="l" r="r" t="t"/>
              <a:pathLst>
                <a:path extrusionOk="0" h="548602" w="189678">
                  <a:moveTo>
                    <a:pt x="0" y="0"/>
                  </a:moveTo>
                  <a:lnTo>
                    <a:pt x="189679" y="0"/>
                  </a:lnTo>
                  <a:lnTo>
                    <a:pt x="189679" y="548602"/>
                  </a:lnTo>
                  <a:lnTo>
                    <a:pt x="0" y="548602"/>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8" name="Google Shape;328;p26"/>
            <p:cNvSpPr/>
            <p:nvPr/>
          </p:nvSpPr>
          <p:spPr>
            <a:xfrm>
              <a:off x="294020" y="4210340"/>
              <a:ext cx="105745" cy="471557"/>
            </a:xfrm>
            <a:custGeom>
              <a:rect b="b" l="l" r="r" t="t"/>
              <a:pathLst>
                <a:path extrusionOk="0" h="845843" w="189678">
                  <a:moveTo>
                    <a:pt x="0" y="0"/>
                  </a:moveTo>
                  <a:lnTo>
                    <a:pt x="189679" y="0"/>
                  </a:lnTo>
                  <a:lnTo>
                    <a:pt x="189679" y="845844"/>
                  </a:lnTo>
                  <a:lnTo>
                    <a:pt x="0" y="845844"/>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9" name="Google Shape;329;p26"/>
            <p:cNvSpPr/>
            <p:nvPr/>
          </p:nvSpPr>
          <p:spPr>
            <a:xfrm>
              <a:off x="483972" y="4070172"/>
              <a:ext cx="105745" cy="611734"/>
            </a:xfrm>
            <a:custGeom>
              <a:rect b="b" l="l" r="r" t="t"/>
              <a:pathLst>
                <a:path extrusionOk="0" h="1097280" w="189678">
                  <a:moveTo>
                    <a:pt x="0" y="0"/>
                  </a:moveTo>
                  <a:lnTo>
                    <a:pt x="189679" y="0"/>
                  </a:lnTo>
                  <a:lnTo>
                    <a:pt x="189679" y="1097280"/>
                  </a:lnTo>
                  <a:lnTo>
                    <a:pt x="0" y="1097280"/>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0" name="Google Shape;330;p26"/>
            <p:cNvSpPr/>
            <p:nvPr/>
          </p:nvSpPr>
          <p:spPr>
            <a:xfrm>
              <a:off x="673882" y="4070172"/>
              <a:ext cx="105745" cy="611734"/>
            </a:xfrm>
            <a:custGeom>
              <a:rect b="b" l="l" r="r" t="t"/>
              <a:pathLst>
                <a:path extrusionOk="0" h="1097280" w="189678">
                  <a:moveTo>
                    <a:pt x="0" y="0"/>
                  </a:moveTo>
                  <a:lnTo>
                    <a:pt x="189679" y="0"/>
                  </a:lnTo>
                  <a:lnTo>
                    <a:pt x="189679" y="1097280"/>
                  </a:lnTo>
                  <a:lnTo>
                    <a:pt x="0" y="109728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1" name="Google Shape;331;p26"/>
            <p:cNvSpPr/>
            <p:nvPr/>
          </p:nvSpPr>
          <p:spPr>
            <a:xfrm>
              <a:off x="863835" y="4347926"/>
              <a:ext cx="105745" cy="333923"/>
            </a:xfrm>
            <a:custGeom>
              <a:rect b="b" l="l" r="r" t="t"/>
              <a:pathLst>
                <a:path extrusionOk="0" h="598965" w="189678">
                  <a:moveTo>
                    <a:pt x="0" y="0"/>
                  </a:moveTo>
                  <a:lnTo>
                    <a:pt x="189679" y="0"/>
                  </a:lnTo>
                  <a:lnTo>
                    <a:pt x="189679" y="598965"/>
                  </a:lnTo>
                  <a:lnTo>
                    <a:pt x="0" y="5989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2" name="Google Shape;332;p26"/>
            <p:cNvSpPr/>
            <p:nvPr/>
          </p:nvSpPr>
          <p:spPr>
            <a:xfrm>
              <a:off x="1053745" y="4472133"/>
              <a:ext cx="105745" cy="209628"/>
            </a:xfrm>
            <a:custGeom>
              <a:rect b="b" l="l" r="r" t="t"/>
              <a:pathLst>
                <a:path extrusionOk="0" h="376014" w="189678">
                  <a:moveTo>
                    <a:pt x="0" y="0"/>
                  </a:moveTo>
                  <a:lnTo>
                    <a:pt x="189679" y="0"/>
                  </a:lnTo>
                  <a:lnTo>
                    <a:pt x="189679" y="376015"/>
                  </a:lnTo>
                  <a:lnTo>
                    <a:pt x="0" y="376015"/>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3" name="Google Shape;333;p26"/>
            <p:cNvSpPr/>
            <p:nvPr/>
          </p:nvSpPr>
          <p:spPr>
            <a:xfrm>
              <a:off x="1243698" y="4070172"/>
              <a:ext cx="105745" cy="611734"/>
            </a:xfrm>
            <a:custGeom>
              <a:rect b="b" l="l" r="r" t="t"/>
              <a:pathLst>
                <a:path extrusionOk="0" h="1097280" w="189678">
                  <a:moveTo>
                    <a:pt x="0" y="0"/>
                  </a:moveTo>
                  <a:lnTo>
                    <a:pt x="189679" y="0"/>
                  </a:lnTo>
                  <a:lnTo>
                    <a:pt x="189679" y="1097280"/>
                  </a:lnTo>
                  <a:lnTo>
                    <a:pt x="0" y="1097280"/>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4" name="Google Shape;334;p26"/>
            <p:cNvSpPr/>
            <p:nvPr/>
          </p:nvSpPr>
          <p:spPr>
            <a:xfrm>
              <a:off x="-32968" y="4087783"/>
              <a:ext cx="1329975" cy="420315"/>
            </a:xfrm>
            <a:custGeom>
              <a:rect b="b" l="l" r="r" t="t"/>
              <a:pathLst>
                <a:path extrusionOk="0" h="753929" w="2385606">
                  <a:moveTo>
                    <a:pt x="0" y="0"/>
                  </a:moveTo>
                  <a:lnTo>
                    <a:pt x="340844" y="555135"/>
                  </a:lnTo>
                  <a:lnTo>
                    <a:pt x="681613" y="262147"/>
                  </a:lnTo>
                  <a:lnTo>
                    <a:pt x="1022381" y="0"/>
                  </a:lnTo>
                  <a:lnTo>
                    <a:pt x="1363225" y="0"/>
                  </a:lnTo>
                  <a:lnTo>
                    <a:pt x="1703993" y="517077"/>
                  </a:lnTo>
                  <a:lnTo>
                    <a:pt x="2044838" y="753929"/>
                  </a:lnTo>
                  <a:lnTo>
                    <a:pt x="2385606"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5" name="Google Shape;335;p26"/>
            <p:cNvSpPr/>
            <p:nvPr/>
          </p:nvSpPr>
          <p:spPr>
            <a:xfrm>
              <a:off x="-61417" y="4059335"/>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6" name="Google Shape;336;p26"/>
            <p:cNvSpPr/>
            <p:nvPr/>
          </p:nvSpPr>
          <p:spPr>
            <a:xfrm>
              <a:off x="128536" y="4354614"/>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7" name="Google Shape;337;p26"/>
            <p:cNvSpPr/>
            <p:nvPr/>
          </p:nvSpPr>
          <p:spPr>
            <a:xfrm>
              <a:off x="318446" y="4189385"/>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8" name="Google Shape;338;p26"/>
            <p:cNvSpPr/>
            <p:nvPr/>
          </p:nvSpPr>
          <p:spPr>
            <a:xfrm>
              <a:off x="508356" y="4059335"/>
              <a:ext cx="56917" cy="56917"/>
            </a:xfrm>
            <a:custGeom>
              <a:rect b="b" l="l" r="r" t="t"/>
              <a:pathLst>
                <a:path extrusionOk="0" h="102093" w="102093">
                  <a:moveTo>
                    <a:pt x="102094" y="51047"/>
                  </a:moveTo>
                  <a:cubicBezTo>
                    <a:pt x="102094" y="79239"/>
                    <a:pt x="79239" y="102094"/>
                    <a:pt x="51047" y="102094"/>
                  </a:cubicBezTo>
                  <a:cubicBezTo>
                    <a:pt x="22855" y="102094"/>
                    <a:pt x="0" y="79239"/>
                    <a:pt x="0" y="51047"/>
                  </a:cubicBezTo>
                  <a:cubicBezTo>
                    <a:pt x="0" y="22854"/>
                    <a:pt x="22855" y="0"/>
                    <a:pt x="51047" y="0"/>
                  </a:cubicBezTo>
                  <a:cubicBezTo>
                    <a:pt x="79239" y="0"/>
                    <a:pt x="102094" y="22854"/>
                    <a:pt x="102094" y="5104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9" name="Google Shape;339;p26"/>
            <p:cNvSpPr/>
            <p:nvPr/>
          </p:nvSpPr>
          <p:spPr>
            <a:xfrm>
              <a:off x="698309" y="4059335"/>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0" name="Google Shape;340;p26"/>
            <p:cNvSpPr/>
            <p:nvPr/>
          </p:nvSpPr>
          <p:spPr>
            <a:xfrm>
              <a:off x="893172" y="4336368"/>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1" name="Google Shape;341;p26"/>
            <p:cNvSpPr/>
            <p:nvPr/>
          </p:nvSpPr>
          <p:spPr>
            <a:xfrm>
              <a:off x="1078172" y="4457909"/>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2" name="Google Shape;342;p26"/>
            <p:cNvSpPr/>
            <p:nvPr/>
          </p:nvSpPr>
          <p:spPr>
            <a:xfrm>
              <a:off x="1268082" y="4046253"/>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3" name="Google Shape;343;p26"/>
            <p:cNvSpPr/>
            <p:nvPr/>
          </p:nvSpPr>
          <p:spPr>
            <a:xfrm>
              <a:off x="-215300" y="3851305"/>
              <a:ext cx="1694813" cy="830678"/>
            </a:xfrm>
            <a:custGeom>
              <a:rect b="b" l="l" r="r" t="t"/>
              <a:pathLst>
                <a:path extrusionOk="0" h="1490006" w="3040023">
                  <a:moveTo>
                    <a:pt x="2916053" y="1490007"/>
                  </a:moveTo>
                  <a:lnTo>
                    <a:pt x="123971" y="1490007"/>
                  </a:lnTo>
                  <a:cubicBezTo>
                    <a:pt x="55529" y="1490007"/>
                    <a:pt x="0" y="1434478"/>
                    <a:pt x="0" y="1366036"/>
                  </a:cubicBezTo>
                  <a:lnTo>
                    <a:pt x="0" y="123971"/>
                  </a:lnTo>
                  <a:cubicBezTo>
                    <a:pt x="0" y="55529"/>
                    <a:pt x="55529" y="0"/>
                    <a:pt x="123971" y="0"/>
                  </a:cubicBezTo>
                  <a:lnTo>
                    <a:pt x="2916053" y="0"/>
                  </a:lnTo>
                  <a:cubicBezTo>
                    <a:pt x="2984495" y="0"/>
                    <a:pt x="3040024" y="55529"/>
                    <a:pt x="3040024" y="123971"/>
                  </a:cubicBezTo>
                  <a:lnTo>
                    <a:pt x="3040024" y="1366036"/>
                  </a:lnTo>
                  <a:cubicBezTo>
                    <a:pt x="3040024" y="1434554"/>
                    <a:pt x="2984495" y="1490007"/>
                    <a:pt x="2916053" y="1490007"/>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44" name="Google Shape;344;p26"/>
          <p:cNvSpPr/>
          <p:nvPr/>
        </p:nvSpPr>
        <p:spPr>
          <a:xfrm rot="-2700000">
            <a:off x="7679247" y="183297"/>
            <a:ext cx="137292" cy="137292"/>
          </a:xfrm>
          <a:custGeom>
            <a:rect b="b" l="l" r="r" t="t"/>
            <a:pathLst>
              <a:path extrusionOk="0" h="171066" w="171066">
                <a:moveTo>
                  <a:pt x="0" y="0"/>
                </a:moveTo>
                <a:lnTo>
                  <a:pt x="171066" y="0"/>
                </a:lnTo>
                <a:lnTo>
                  <a:pt x="171066" y="171066"/>
                </a:lnTo>
                <a:lnTo>
                  <a:pt x="0" y="171066"/>
                </a:lnTo>
                <a:close/>
              </a:path>
            </a:pathLst>
          </a:custGeom>
          <a:solidFill>
            <a:srgbClr val="7CE1C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5" name="Google Shape;345;p26"/>
          <p:cNvSpPr/>
          <p:nvPr/>
        </p:nvSpPr>
        <p:spPr>
          <a:xfrm rot="-2700000">
            <a:off x="422294" y="567925"/>
            <a:ext cx="137292" cy="137292"/>
          </a:xfrm>
          <a:custGeom>
            <a:rect b="b" l="l" r="r" t="t"/>
            <a:pathLst>
              <a:path extrusionOk="0" h="171066" w="171066">
                <a:moveTo>
                  <a:pt x="0" y="0"/>
                </a:moveTo>
                <a:lnTo>
                  <a:pt x="171066" y="0"/>
                </a:lnTo>
                <a:lnTo>
                  <a:pt x="171066" y="171066"/>
                </a:lnTo>
                <a:lnTo>
                  <a:pt x="0" y="171066"/>
                </a:lnTo>
                <a:close/>
              </a:path>
            </a:pathLst>
          </a:custGeom>
          <a:solidFill>
            <a:srgbClr val="FCBD0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6" name="Google Shape;346;p26"/>
          <p:cNvSpPr/>
          <p:nvPr/>
        </p:nvSpPr>
        <p:spPr>
          <a:xfrm rot="-2700000">
            <a:off x="8760102" y="3593879"/>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7" name="Google Shape;347;p26"/>
          <p:cNvSpPr/>
          <p:nvPr/>
        </p:nvSpPr>
        <p:spPr>
          <a:xfrm rot="-2700000">
            <a:off x="228123" y="3040807"/>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8" name="Google Shape;348;p26"/>
          <p:cNvSpPr/>
          <p:nvPr/>
        </p:nvSpPr>
        <p:spPr>
          <a:xfrm rot="-2700000">
            <a:off x="4242256" y="4746111"/>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9" name="Google Shape;349;p26"/>
          <p:cNvSpPr/>
          <p:nvPr/>
        </p:nvSpPr>
        <p:spPr>
          <a:xfrm>
            <a:off x="3199535" y="192105"/>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50" name="Google Shape;350;p26"/>
          <p:cNvGrpSpPr/>
          <p:nvPr/>
        </p:nvGrpSpPr>
        <p:grpSpPr>
          <a:xfrm>
            <a:off x="8430783" y="1741366"/>
            <a:ext cx="901968" cy="901968"/>
            <a:chOff x="1350404" y="-3124999"/>
            <a:chExt cx="1570279" cy="1570279"/>
          </a:xfrm>
        </p:grpSpPr>
        <p:sp>
          <p:nvSpPr>
            <p:cNvPr id="351" name="Google Shape;351;p26"/>
            <p:cNvSpPr/>
            <p:nvPr/>
          </p:nvSpPr>
          <p:spPr>
            <a:xfrm>
              <a:off x="2135530" y="-3124999"/>
              <a:ext cx="2889" cy="1570279"/>
            </a:xfrm>
            <a:custGeom>
              <a:rect b="b" l="l" r="r" t="t"/>
              <a:pathLst>
                <a:path extrusionOk="0" h="1570279" w="2889">
                  <a:moveTo>
                    <a:pt x="0" y="0"/>
                  </a:moveTo>
                  <a:lnTo>
                    <a:pt x="0" y="157028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2" name="Google Shape;352;p26"/>
            <p:cNvSpPr/>
            <p:nvPr/>
          </p:nvSpPr>
          <p:spPr>
            <a:xfrm>
              <a:off x="1350404" y="-2339874"/>
              <a:ext cx="1570279" cy="2889"/>
            </a:xfrm>
            <a:custGeom>
              <a:rect b="b" l="l" r="r" t="t"/>
              <a:pathLst>
                <a:path extrusionOk="0" h="2889" w="1570279">
                  <a:moveTo>
                    <a:pt x="1570280" y="0"/>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3" name="Google Shape;353;p26"/>
            <p:cNvSpPr/>
            <p:nvPr/>
          </p:nvSpPr>
          <p:spPr>
            <a:xfrm>
              <a:off x="1580345" y="-2895030"/>
              <a:ext cx="1110370" cy="1110341"/>
            </a:xfrm>
            <a:custGeom>
              <a:rect b="b" l="l" r="r" t="t"/>
              <a:pathLst>
                <a:path extrusionOk="0" h="1110341" w="1110370">
                  <a:moveTo>
                    <a:pt x="1110371" y="0"/>
                  </a:moveTo>
                  <a:lnTo>
                    <a:pt x="0" y="1110342"/>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4" name="Google Shape;354;p26"/>
            <p:cNvSpPr/>
            <p:nvPr/>
          </p:nvSpPr>
          <p:spPr>
            <a:xfrm>
              <a:off x="1580345" y="-2895030"/>
              <a:ext cx="1110370" cy="1110341"/>
            </a:xfrm>
            <a:custGeom>
              <a:rect b="b" l="l" r="r" t="t"/>
              <a:pathLst>
                <a:path extrusionOk="0" h="1110341" w="1110370">
                  <a:moveTo>
                    <a:pt x="1110371" y="1110342"/>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55" name="Google Shape;355;p26"/>
          <p:cNvSpPr/>
          <p:nvPr/>
        </p:nvSpPr>
        <p:spPr>
          <a:xfrm>
            <a:off x="4407973" y="-1942300"/>
            <a:ext cx="2489827" cy="2489827"/>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6" name="Google Shape;356;p26"/>
          <p:cNvSpPr/>
          <p:nvPr/>
        </p:nvSpPr>
        <p:spPr>
          <a:xfrm>
            <a:off x="8146410" y="4754905"/>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357" name="Shape 357"/>
        <p:cNvGrpSpPr/>
        <p:nvPr/>
      </p:nvGrpSpPr>
      <p:grpSpPr>
        <a:xfrm>
          <a:off x="0" y="0"/>
          <a:ext cx="0" cy="0"/>
          <a:chOff x="0" y="0"/>
          <a:chExt cx="0" cy="0"/>
        </a:xfrm>
      </p:grpSpPr>
      <p:sp>
        <p:nvSpPr>
          <p:cNvPr id="358" name="Google Shape;358;p27"/>
          <p:cNvSpPr/>
          <p:nvPr/>
        </p:nvSpPr>
        <p:spPr>
          <a:xfrm>
            <a:off x="7128375" y="0"/>
            <a:ext cx="2517166" cy="1088852"/>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59" name="Google Shape;359;p27"/>
          <p:cNvGrpSpPr/>
          <p:nvPr/>
        </p:nvGrpSpPr>
        <p:grpSpPr>
          <a:xfrm>
            <a:off x="7650716" y="539506"/>
            <a:ext cx="1022136" cy="829949"/>
            <a:chOff x="7329141" y="362469"/>
            <a:chExt cx="1022136" cy="829949"/>
          </a:xfrm>
        </p:grpSpPr>
        <p:sp>
          <p:nvSpPr>
            <p:cNvPr id="360" name="Google Shape;360;p27"/>
            <p:cNvSpPr/>
            <p:nvPr/>
          </p:nvSpPr>
          <p:spPr>
            <a:xfrm>
              <a:off x="7329141" y="362469"/>
              <a:ext cx="1022136" cy="829949"/>
            </a:xfrm>
            <a:custGeom>
              <a:rect b="b" l="l" r="r" t="t"/>
              <a:pathLst>
                <a:path extrusionOk="0" h="1544092" w="1901648">
                  <a:moveTo>
                    <a:pt x="1770840" y="1544092"/>
                  </a:moveTo>
                  <a:lnTo>
                    <a:pt x="130807" y="1544092"/>
                  </a:lnTo>
                  <a:cubicBezTo>
                    <a:pt x="58567" y="1544092"/>
                    <a:pt x="0" y="1485525"/>
                    <a:pt x="0" y="1413285"/>
                  </a:cubicBezTo>
                  <a:lnTo>
                    <a:pt x="0" y="130808"/>
                  </a:lnTo>
                  <a:cubicBezTo>
                    <a:pt x="0" y="58567"/>
                    <a:pt x="58567" y="0"/>
                    <a:pt x="130807" y="0"/>
                  </a:cubicBezTo>
                  <a:lnTo>
                    <a:pt x="1770840" y="0"/>
                  </a:lnTo>
                  <a:cubicBezTo>
                    <a:pt x="1843081" y="0"/>
                    <a:pt x="1901648" y="58567"/>
                    <a:pt x="1901648" y="130808"/>
                  </a:cubicBezTo>
                  <a:lnTo>
                    <a:pt x="1901648" y="1413285"/>
                  </a:lnTo>
                  <a:cubicBezTo>
                    <a:pt x="1901648" y="1485449"/>
                    <a:pt x="1843081" y="1544092"/>
                    <a:pt x="1770840" y="1544092"/>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1" name="Google Shape;361;p27"/>
            <p:cNvSpPr/>
            <p:nvPr/>
          </p:nvSpPr>
          <p:spPr>
            <a:xfrm>
              <a:off x="7479397" y="507863"/>
              <a:ext cx="275724" cy="489918"/>
            </a:xfrm>
            <a:custGeom>
              <a:rect b="b" l="l" r="r" t="t"/>
              <a:pathLst>
                <a:path extrusionOk="0" h="911475" w="512975">
                  <a:moveTo>
                    <a:pt x="512976" y="0"/>
                  </a:moveTo>
                  <a:cubicBezTo>
                    <a:pt x="229635" y="0"/>
                    <a:pt x="0" y="229635"/>
                    <a:pt x="0" y="512976"/>
                  </a:cubicBezTo>
                  <a:cubicBezTo>
                    <a:pt x="0" y="673864"/>
                    <a:pt x="74064" y="817434"/>
                    <a:pt x="189983" y="911476"/>
                  </a:cubicBezTo>
                  <a:lnTo>
                    <a:pt x="512976" y="512976"/>
                  </a:lnTo>
                  <a:lnTo>
                    <a:pt x="512976"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62" name="Google Shape;362;p27"/>
            <p:cNvGrpSpPr/>
            <p:nvPr/>
          </p:nvGrpSpPr>
          <p:grpSpPr>
            <a:xfrm>
              <a:off x="7581570" y="507863"/>
              <a:ext cx="449624" cy="551756"/>
              <a:chOff x="6727477" y="1096947"/>
              <a:chExt cx="836044" cy="1025951"/>
            </a:xfrm>
          </p:grpSpPr>
          <p:sp>
            <p:nvSpPr>
              <p:cNvPr id="363" name="Google Shape;363;p27"/>
              <p:cNvSpPr/>
              <p:nvPr/>
            </p:nvSpPr>
            <p:spPr>
              <a:xfrm>
                <a:off x="7050546" y="1096947"/>
                <a:ext cx="512975" cy="1014176"/>
              </a:xfrm>
              <a:custGeom>
                <a:rect b="b" l="l" r="r" t="t"/>
                <a:pathLst>
                  <a:path extrusionOk="0" h="1014176" w="512975">
                    <a:moveTo>
                      <a:pt x="512976" y="512976"/>
                    </a:moveTo>
                    <a:cubicBezTo>
                      <a:pt x="512976" y="229635"/>
                      <a:pt x="283341" y="0"/>
                      <a:pt x="0" y="0"/>
                    </a:cubicBezTo>
                    <a:lnTo>
                      <a:pt x="0" y="512976"/>
                    </a:lnTo>
                    <a:lnTo>
                      <a:pt x="109538" y="1014177"/>
                    </a:lnTo>
                    <a:cubicBezTo>
                      <a:pt x="340161" y="963966"/>
                      <a:pt x="512976" y="758639"/>
                      <a:pt x="512976" y="512976"/>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4" name="Google Shape;364;p27"/>
              <p:cNvSpPr/>
              <p:nvPr/>
            </p:nvSpPr>
            <p:spPr>
              <a:xfrm>
                <a:off x="6727477" y="1609923"/>
                <a:ext cx="432531" cy="512975"/>
              </a:xfrm>
              <a:custGeom>
                <a:rect b="b" l="l" r="r" t="t"/>
                <a:pathLst>
                  <a:path extrusionOk="0" h="512975" w="432531">
                    <a:moveTo>
                      <a:pt x="0" y="398500"/>
                    </a:moveTo>
                    <a:cubicBezTo>
                      <a:pt x="88192" y="470057"/>
                      <a:pt x="200617" y="512976"/>
                      <a:pt x="322993" y="512976"/>
                    </a:cubicBezTo>
                    <a:cubicBezTo>
                      <a:pt x="360594" y="512976"/>
                      <a:pt x="397208" y="508874"/>
                      <a:pt x="432531" y="501201"/>
                    </a:cubicBezTo>
                    <a:lnTo>
                      <a:pt x="322993" y="0"/>
                    </a:lnTo>
                    <a:lnTo>
                      <a:pt x="0" y="39850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65" name="Google Shape;365;p27"/>
            <p:cNvSpPr/>
            <p:nvPr/>
          </p:nvSpPr>
          <p:spPr>
            <a:xfrm>
              <a:off x="7755275" y="507863"/>
              <a:ext cx="222278" cy="438881"/>
            </a:xfrm>
            <a:custGeom>
              <a:rect b="b" l="l" r="r" t="t"/>
              <a:pathLst>
                <a:path extrusionOk="0" h="816522" w="413540">
                  <a:moveTo>
                    <a:pt x="0" y="0"/>
                  </a:moveTo>
                  <a:lnTo>
                    <a:pt x="0" y="512976"/>
                  </a:lnTo>
                  <a:lnTo>
                    <a:pt x="413541" y="816522"/>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6" name="Google Shape;366;p27"/>
            <p:cNvSpPr/>
            <p:nvPr/>
          </p:nvSpPr>
          <p:spPr>
            <a:xfrm>
              <a:off x="7918481" y="577354"/>
              <a:ext cx="207620" cy="40707"/>
            </a:xfrm>
            <a:custGeom>
              <a:rect b="b" l="l" r="r" t="t"/>
              <a:pathLst>
                <a:path extrusionOk="0" h="75734" w="386269">
                  <a:moveTo>
                    <a:pt x="0" y="0"/>
                  </a:moveTo>
                  <a:lnTo>
                    <a:pt x="386270" y="0"/>
                  </a:lnTo>
                  <a:lnTo>
                    <a:pt x="386270" y="75735"/>
                  </a:lnTo>
                  <a:lnTo>
                    <a:pt x="0" y="75735"/>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7" name="Google Shape;367;p27"/>
            <p:cNvSpPr/>
            <p:nvPr/>
          </p:nvSpPr>
          <p:spPr>
            <a:xfrm>
              <a:off x="7986379" y="855683"/>
              <a:ext cx="207620" cy="40707"/>
            </a:xfrm>
            <a:custGeom>
              <a:rect b="b" l="l" r="r" t="t"/>
              <a:pathLst>
                <a:path extrusionOk="0" h="75734" w="386269">
                  <a:moveTo>
                    <a:pt x="0" y="0"/>
                  </a:moveTo>
                  <a:lnTo>
                    <a:pt x="386270" y="0"/>
                  </a:lnTo>
                  <a:lnTo>
                    <a:pt x="386270" y="75735"/>
                  </a:lnTo>
                  <a:lnTo>
                    <a:pt x="0" y="75735"/>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8" name="Google Shape;368;p27"/>
            <p:cNvSpPr/>
            <p:nvPr/>
          </p:nvSpPr>
          <p:spPr>
            <a:xfrm>
              <a:off x="8078706" y="664248"/>
              <a:ext cx="132983" cy="4083"/>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9" name="Google Shape;369;p27"/>
            <p:cNvSpPr/>
            <p:nvPr/>
          </p:nvSpPr>
          <p:spPr>
            <a:xfrm>
              <a:off x="8078706" y="691415"/>
              <a:ext cx="132983" cy="4083"/>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0" name="Google Shape;370;p27"/>
            <p:cNvSpPr/>
            <p:nvPr/>
          </p:nvSpPr>
          <p:spPr>
            <a:xfrm>
              <a:off x="8078706" y="718541"/>
              <a:ext cx="132983" cy="4083"/>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1" name="Google Shape;371;p27"/>
            <p:cNvSpPr/>
            <p:nvPr/>
          </p:nvSpPr>
          <p:spPr>
            <a:xfrm>
              <a:off x="8078706" y="946989"/>
              <a:ext cx="132983" cy="4083"/>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2" name="Google Shape;372;p27"/>
            <p:cNvSpPr/>
            <p:nvPr/>
          </p:nvSpPr>
          <p:spPr>
            <a:xfrm>
              <a:off x="8078706" y="974156"/>
              <a:ext cx="132983" cy="4083"/>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3" name="Google Shape;373;p27"/>
            <p:cNvSpPr/>
            <p:nvPr/>
          </p:nvSpPr>
          <p:spPr>
            <a:xfrm>
              <a:off x="8078706" y="1001323"/>
              <a:ext cx="132983" cy="4083"/>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74" name="Google Shape;374;p27"/>
          <p:cNvSpPr/>
          <p:nvPr/>
        </p:nvSpPr>
        <p:spPr>
          <a:xfrm>
            <a:off x="6005759" y="4604009"/>
            <a:ext cx="2087690" cy="2087690"/>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5" name="Google Shape;375;p27"/>
          <p:cNvSpPr/>
          <p:nvPr/>
        </p:nvSpPr>
        <p:spPr>
          <a:xfrm rot="-2700000">
            <a:off x="547497" y="240572"/>
            <a:ext cx="137292" cy="137292"/>
          </a:xfrm>
          <a:custGeom>
            <a:rect b="b" l="l" r="r" t="t"/>
            <a:pathLst>
              <a:path extrusionOk="0" h="171066" w="171066">
                <a:moveTo>
                  <a:pt x="0" y="0"/>
                </a:moveTo>
                <a:lnTo>
                  <a:pt x="171066" y="0"/>
                </a:lnTo>
                <a:lnTo>
                  <a:pt x="171066" y="171066"/>
                </a:lnTo>
                <a:lnTo>
                  <a:pt x="0" y="171066"/>
                </a:lnTo>
                <a:close/>
              </a:path>
            </a:pathLst>
          </a:custGeom>
          <a:solidFill>
            <a:srgbClr val="7CE1C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6" name="Google Shape;376;p27"/>
          <p:cNvSpPr/>
          <p:nvPr/>
        </p:nvSpPr>
        <p:spPr>
          <a:xfrm rot="-2700000">
            <a:off x="3740631" y="4706475"/>
            <a:ext cx="137292" cy="137292"/>
          </a:xfrm>
          <a:custGeom>
            <a:rect b="b" l="l" r="r" t="t"/>
            <a:pathLst>
              <a:path extrusionOk="0" h="171066" w="171066">
                <a:moveTo>
                  <a:pt x="0" y="0"/>
                </a:moveTo>
                <a:lnTo>
                  <a:pt x="171066" y="0"/>
                </a:lnTo>
                <a:lnTo>
                  <a:pt x="171066" y="171066"/>
                </a:lnTo>
                <a:lnTo>
                  <a:pt x="0" y="171066"/>
                </a:lnTo>
                <a:close/>
              </a:path>
            </a:pathLst>
          </a:custGeom>
          <a:solidFill>
            <a:srgbClr val="FCBD0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7" name="Google Shape;377;p27"/>
          <p:cNvSpPr/>
          <p:nvPr/>
        </p:nvSpPr>
        <p:spPr>
          <a:xfrm rot="-2700000">
            <a:off x="4869215" y="240579"/>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8" name="Google Shape;378;p27"/>
          <p:cNvSpPr/>
          <p:nvPr/>
        </p:nvSpPr>
        <p:spPr>
          <a:xfrm rot="-2700000">
            <a:off x="249023" y="4193007"/>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9" name="Google Shape;379;p27"/>
          <p:cNvSpPr/>
          <p:nvPr/>
        </p:nvSpPr>
        <p:spPr>
          <a:xfrm rot="-2700000">
            <a:off x="8701281" y="2057586"/>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0" name="Google Shape;380;p27"/>
          <p:cNvSpPr/>
          <p:nvPr/>
        </p:nvSpPr>
        <p:spPr>
          <a:xfrm>
            <a:off x="8370935" y="4715280"/>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1" name="Google Shape;381;p27"/>
          <p:cNvSpPr/>
          <p:nvPr/>
        </p:nvSpPr>
        <p:spPr>
          <a:xfrm>
            <a:off x="-141118" y="4603993"/>
            <a:ext cx="2306972" cy="2306972"/>
          </a:xfrm>
          <a:custGeom>
            <a:rect b="b" l="l" r="r" t="t"/>
            <a:pathLst>
              <a:path extrusionOk="0" h="2306972" w="2306972">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2" name="Google Shape;382;p27"/>
          <p:cNvSpPr/>
          <p:nvPr/>
        </p:nvSpPr>
        <p:spPr>
          <a:xfrm>
            <a:off x="-1383791" y="1516059"/>
            <a:ext cx="2087690" cy="2087690"/>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3" name="Google Shape;383;p27"/>
          <p:cNvSpPr/>
          <p:nvPr/>
        </p:nvSpPr>
        <p:spPr>
          <a:xfrm>
            <a:off x="1442285" y="183230"/>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7"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Passion One"/>
              <a:buNone/>
              <a:defRPr sz="3000">
                <a:solidFill>
                  <a:schemeClr val="dk1"/>
                </a:solidFill>
                <a:latin typeface="Passion One"/>
                <a:ea typeface="Passion One"/>
                <a:cs typeface="Passion One"/>
                <a:sym typeface="Passion One"/>
              </a:defRPr>
            </a:lvl1pPr>
            <a:lvl2pPr lvl="1" rtl="0">
              <a:spcBef>
                <a:spcPts val="0"/>
              </a:spcBef>
              <a:spcAft>
                <a:spcPts val="0"/>
              </a:spcAft>
              <a:buClr>
                <a:schemeClr val="dk1"/>
              </a:buClr>
              <a:buSzPts val="3500"/>
              <a:buFont typeface="Passion One"/>
              <a:buNone/>
              <a:defRPr sz="3500">
                <a:solidFill>
                  <a:schemeClr val="dk1"/>
                </a:solidFill>
                <a:latin typeface="Passion One"/>
                <a:ea typeface="Passion One"/>
                <a:cs typeface="Passion One"/>
                <a:sym typeface="Passion One"/>
              </a:defRPr>
            </a:lvl2pPr>
            <a:lvl3pPr lvl="2" rtl="0">
              <a:spcBef>
                <a:spcPts val="0"/>
              </a:spcBef>
              <a:spcAft>
                <a:spcPts val="0"/>
              </a:spcAft>
              <a:buClr>
                <a:schemeClr val="dk1"/>
              </a:buClr>
              <a:buSzPts val="3500"/>
              <a:buFont typeface="Passion One"/>
              <a:buNone/>
              <a:defRPr sz="3500">
                <a:solidFill>
                  <a:schemeClr val="dk1"/>
                </a:solidFill>
                <a:latin typeface="Passion One"/>
                <a:ea typeface="Passion One"/>
                <a:cs typeface="Passion One"/>
                <a:sym typeface="Passion One"/>
              </a:defRPr>
            </a:lvl3pPr>
            <a:lvl4pPr lvl="3" rtl="0">
              <a:spcBef>
                <a:spcPts val="0"/>
              </a:spcBef>
              <a:spcAft>
                <a:spcPts val="0"/>
              </a:spcAft>
              <a:buClr>
                <a:schemeClr val="dk1"/>
              </a:buClr>
              <a:buSzPts val="3500"/>
              <a:buFont typeface="Passion One"/>
              <a:buNone/>
              <a:defRPr sz="3500">
                <a:solidFill>
                  <a:schemeClr val="dk1"/>
                </a:solidFill>
                <a:latin typeface="Passion One"/>
                <a:ea typeface="Passion One"/>
                <a:cs typeface="Passion One"/>
                <a:sym typeface="Passion One"/>
              </a:defRPr>
            </a:lvl4pPr>
            <a:lvl5pPr lvl="4" rtl="0">
              <a:spcBef>
                <a:spcPts val="0"/>
              </a:spcBef>
              <a:spcAft>
                <a:spcPts val="0"/>
              </a:spcAft>
              <a:buClr>
                <a:schemeClr val="dk1"/>
              </a:buClr>
              <a:buSzPts val="3500"/>
              <a:buFont typeface="Passion One"/>
              <a:buNone/>
              <a:defRPr sz="3500">
                <a:solidFill>
                  <a:schemeClr val="dk1"/>
                </a:solidFill>
                <a:latin typeface="Passion One"/>
                <a:ea typeface="Passion One"/>
                <a:cs typeface="Passion One"/>
                <a:sym typeface="Passion One"/>
              </a:defRPr>
            </a:lvl5pPr>
            <a:lvl6pPr lvl="5" rtl="0">
              <a:spcBef>
                <a:spcPts val="0"/>
              </a:spcBef>
              <a:spcAft>
                <a:spcPts val="0"/>
              </a:spcAft>
              <a:buClr>
                <a:schemeClr val="dk1"/>
              </a:buClr>
              <a:buSzPts val="3500"/>
              <a:buFont typeface="Passion One"/>
              <a:buNone/>
              <a:defRPr sz="3500">
                <a:solidFill>
                  <a:schemeClr val="dk1"/>
                </a:solidFill>
                <a:latin typeface="Passion One"/>
                <a:ea typeface="Passion One"/>
                <a:cs typeface="Passion One"/>
                <a:sym typeface="Passion One"/>
              </a:defRPr>
            </a:lvl6pPr>
            <a:lvl7pPr lvl="6" rtl="0">
              <a:spcBef>
                <a:spcPts val="0"/>
              </a:spcBef>
              <a:spcAft>
                <a:spcPts val="0"/>
              </a:spcAft>
              <a:buClr>
                <a:schemeClr val="dk1"/>
              </a:buClr>
              <a:buSzPts val="3500"/>
              <a:buFont typeface="Passion One"/>
              <a:buNone/>
              <a:defRPr sz="3500">
                <a:solidFill>
                  <a:schemeClr val="dk1"/>
                </a:solidFill>
                <a:latin typeface="Passion One"/>
                <a:ea typeface="Passion One"/>
                <a:cs typeface="Passion One"/>
                <a:sym typeface="Passion One"/>
              </a:defRPr>
            </a:lvl7pPr>
            <a:lvl8pPr lvl="7" rtl="0">
              <a:spcBef>
                <a:spcPts val="0"/>
              </a:spcBef>
              <a:spcAft>
                <a:spcPts val="0"/>
              </a:spcAft>
              <a:buClr>
                <a:schemeClr val="dk1"/>
              </a:buClr>
              <a:buSzPts val="3500"/>
              <a:buFont typeface="Passion One"/>
              <a:buNone/>
              <a:defRPr sz="3500">
                <a:solidFill>
                  <a:schemeClr val="dk1"/>
                </a:solidFill>
                <a:latin typeface="Passion One"/>
                <a:ea typeface="Passion One"/>
                <a:cs typeface="Passion One"/>
                <a:sym typeface="Passion One"/>
              </a:defRPr>
            </a:lvl8pPr>
            <a:lvl9pPr lvl="8" rtl="0">
              <a:spcBef>
                <a:spcPts val="0"/>
              </a:spcBef>
              <a:spcAft>
                <a:spcPts val="0"/>
              </a:spcAft>
              <a:buClr>
                <a:schemeClr val="dk1"/>
              </a:buClr>
              <a:buSzPts val="3500"/>
              <a:buFont typeface="Passion One"/>
              <a:buNone/>
              <a:defRPr sz="3500">
                <a:solidFill>
                  <a:schemeClr val="dk1"/>
                </a:solidFill>
                <a:latin typeface="Passion One"/>
                <a:ea typeface="Passion One"/>
                <a:cs typeface="Passion One"/>
                <a:sym typeface="Passion One"/>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1pPr>
            <a:lvl2pPr indent="-317500" lvl="1" marL="9144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2pPr>
            <a:lvl3pPr indent="-317500" lvl="2" marL="13716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3pPr>
            <a:lvl4pPr indent="-317500" lvl="3" marL="18288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4pPr>
            <a:lvl5pPr indent="-317500" lvl="4" marL="22860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5pPr>
            <a:lvl6pPr indent="-317500" lvl="5" marL="27432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6pPr>
            <a:lvl7pPr indent="-317500" lvl="6" marL="32004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7pPr>
            <a:lvl8pPr indent="-317500" lvl="7" marL="36576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8pPr>
            <a:lvl9pPr indent="-317500" lvl="8" marL="41148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40">
          <p15:clr>
            <a:srgbClr val="EA4335"/>
          </p15:clr>
        </p15:guide>
        <p15:guide id="2" orient="horz" pos="2900">
          <p15:clr>
            <a:srgbClr val="EA4335"/>
          </p15:clr>
        </p15:guide>
        <p15:guide id="3" pos="449">
          <p15:clr>
            <a:srgbClr val="EA4335"/>
          </p15:clr>
        </p15:guide>
        <p15:guide id="4" pos="5311">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7.xml"/><Relationship Id="rId3"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8.xml"/><Relationship Id="rId3"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9.xml"/><Relationship Id="rId3"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0.xml"/><Relationship Id="rId3" Type="http://schemas.openxmlformats.org/officeDocument/2006/relationships/image" Target="../media/image1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1.xml"/><Relationship Id="rId3" Type="http://schemas.openxmlformats.org/officeDocument/2006/relationships/image" Target="../media/image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2.xml"/><Relationship Id="rId3" Type="http://schemas.openxmlformats.org/officeDocument/2006/relationships/image" Target="../media/image1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3.xml"/><Relationship Id="rId3" Type="http://schemas.openxmlformats.org/officeDocument/2006/relationships/image" Target="../media/image1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4.xml"/><Relationship Id="rId3"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5.xml"/><Relationship Id="rId3" Type="http://schemas.openxmlformats.org/officeDocument/2006/relationships/image" Target="../media/image11.png"/><Relationship Id="rId4" Type="http://schemas.openxmlformats.org/officeDocument/2006/relationships/image" Target="../media/image1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6.xml"/><Relationship Id="rId3" Type="http://schemas.openxmlformats.org/officeDocument/2006/relationships/image" Target="../media/image1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7.xml"/><Relationship Id="rId3" Type="http://schemas.openxmlformats.org/officeDocument/2006/relationships/image" Target="../media/image1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8.xml"/><Relationship Id="rId3" Type="http://schemas.openxmlformats.org/officeDocument/2006/relationships/image" Target="../media/image1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9.xml"/><Relationship Id="rId3" Type="http://schemas.openxmlformats.org/officeDocument/2006/relationships/image" Target="../media/image1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0.xml"/><Relationship Id="rId3" Type="http://schemas.openxmlformats.org/officeDocument/2006/relationships/image" Target="../media/image1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1.xml"/><Relationship Id="rId3" Type="http://schemas.openxmlformats.org/officeDocument/2006/relationships/image" Target="../media/image1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2.xml"/><Relationship Id="rId3" Type="http://schemas.openxmlformats.org/officeDocument/2006/relationships/image" Target="../media/image1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28"/>
          <p:cNvSpPr txBox="1"/>
          <p:nvPr>
            <p:ph type="ctrTitle"/>
          </p:nvPr>
        </p:nvSpPr>
        <p:spPr>
          <a:xfrm>
            <a:off x="1188150" y="1577800"/>
            <a:ext cx="6747900" cy="1743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6000"/>
              <a:t>Section 4</a:t>
            </a:r>
            <a:endParaRPr sz="6000"/>
          </a:p>
          <a:p>
            <a:pPr indent="0" lvl="0" marL="0" rtl="0" algn="ctr">
              <a:spcBef>
                <a:spcPts val="0"/>
              </a:spcBef>
              <a:spcAft>
                <a:spcPts val="0"/>
              </a:spcAft>
              <a:buNone/>
            </a:pPr>
            <a:r>
              <a:rPr lang="en" sz="3400"/>
              <a:t>Data Pre-processing and Cleaning</a:t>
            </a:r>
            <a:r>
              <a:rPr lang="en"/>
              <a:t> </a:t>
            </a:r>
            <a:endParaRPr/>
          </a:p>
        </p:txBody>
      </p:sp>
      <p:sp>
        <p:nvSpPr>
          <p:cNvPr id="389" name="Google Shape;389;p28"/>
          <p:cNvSpPr txBox="1"/>
          <p:nvPr>
            <p:ph idx="1" type="subTitle"/>
          </p:nvPr>
        </p:nvSpPr>
        <p:spPr>
          <a:xfrm>
            <a:off x="3078450" y="3586700"/>
            <a:ext cx="2987100" cy="1416000"/>
          </a:xfrm>
          <a:prstGeom prst="rect">
            <a:avLst/>
          </a:prstGeom>
        </p:spPr>
        <p:txBody>
          <a:bodyPr anchorCtr="0" anchor="ctr" bIns="91425" lIns="91425" spcFirstLastPara="1" rIns="91425" wrap="square" tIns="91425">
            <a:spAutoFit/>
          </a:bodyPr>
          <a:lstStyle/>
          <a:p>
            <a:pPr indent="0" lvl="0" marL="0" rtl="0" algn="ctr">
              <a:spcBef>
                <a:spcPts val="0"/>
              </a:spcBef>
              <a:spcAft>
                <a:spcPts val="0"/>
              </a:spcAft>
              <a:buNone/>
            </a:pPr>
            <a:r>
              <a:rPr b="1" lang="en"/>
              <a:t>TAs</a:t>
            </a:r>
            <a:endParaRPr b="1"/>
          </a:p>
          <a:p>
            <a:pPr indent="0" lvl="0" marL="0" rtl="0" algn="ctr">
              <a:spcBef>
                <a:spcPts val="0"/>
              </a:spcBef>
              <a:spcAft>
                <a:spcPts val="0"/>
              </a:spcAft>
              <a:buNone/>
            </a:pPr>
            <a:r>
              <a:t/>
            </a:r>
            <a:endParaRPr/>
          </a:p>
          <a:p>
            <a:pPr indent="0" lvl="0" marL="0" rtl="0" algn="ctr">
              <a:spcBef>
                <a:spcPts val="0"/>
              </a:spcBef>
              <a:spcAft>
                <a:spcPts val="0"/>
              </a:spcAft>
              <a:buNone/>
            </a:pPr>
            <a:r>
              <a:rPr lang="en"/>
              <a:t>Marwan Nour</a:t>
            </a:r>
            <a:endParaRPr/>
          </a:p>
          <a:p>
            <a:pPr indent="0" lvl="0" marL="0" rtl="0" algn="ctr">
              <a:spcBef>
                <a:spcPts val="0"/>
              </a:spcBef>
              <a:spcAft>
                <a:spcPts val="0"/>
              </a:spcAft>
              <a:buNone/>
            </a:pPr>
            <a:r>
              <a:rPr lang="en"/>
              <a:t>Yasmina Ayman</a:t>
            </a:r>
            <a:endParaRPr/>
          </a:p>
          <a:p>
            <a:pPr indent="0" lvl="0" marL="0" rtl="0" algn="ctr">
              <a:spcBef>
                <a:spcPts val="0"/>
              </a:spcBef>
              <a:spcAft>
                <a:spcPts val="0"/>
              </a:spcAft>
              <a:buNone/>
            </a:pPr>
            <a:r>
              <a:rPr lang="en"/>
              <a:t>Hoda Osama</a:t>
            </a:r>
            <a:endParaRPr/>
          </a:p>
        </p:txBody>
      </p:sp>
      <p:grpSp>
        <p:nvGrpSpPr>
          <p:cNvPr id="390" name="Google Shape;390;p28"/>
          <p:cNvGrpSpPr/>
          <p:nvPr/>
        </p:nvGrpSpPr>
        <p:grpSpPr>
          <a:xfrm>
            <a:off x="8118467" y="4032000"/>
            <a:ext cx="1098804" cy="732535"/>
            <a:chOff x="8118467" y="4032000"/>
            <a:chExt cx="1098804" cy="732535"/>
          </a:xfrm>
        </p:grpSpPr>
        <p:sp>
          <p:nvSpPr>
            <p:cNvPr id="391" name="Google Shape;391;p28"/>
            <p:cNvSpPr/>
            <p:nvPr/>
          </p:nvSpPr>
          <p:spPr>
            <a:xfrm>
              <a:off x="8118467" y="4032000"/>
              <a:ext cx="183134" cy="183133"/>
            </a:xfrm>
            <a:custGeom>
              <a:rect b="b" l="l" r="r" t="t"/>
              <a:pathLst>
                <a:path extrusionOk="0" h="254246" w="254247">
                  <a:moveTo>
                    <a:pt x="254248" y="254247"/>
                  </a:moveTo>
                  <a:lnTo>
                    <a:pt x="0" y="254247"/>
                  </a:lnTo>
                  <a:lnTo>
                    <a:pt x="0" y="106044"/>
                  </a:lnTo>
                  <a:cubicBezTo>
                    <a:pt x="0" y="47477"/>
                    <a:pt x="47477" y="0"/>
                    <a:pt x="106044" y="0"/>
                  </a:cubicBezTo>
                  <a:lnTo>
                    <a:pt x="254248" y="0"/>
                  </a:lnTo>
                  <a:lnTo>
                    <a:pt x="254248"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2" name="Google Shape;392;p28"/>
            <p:cNvSpPr/>
            <p:nvPr/>
          </p:nvSpPr>
          <p:spPr>
            <a:xfrm>
              <a:off x="8118467" y="4215134"/>
              <a:ext cx="183133" cy="183133"/>
            </a:xfrm>
            <a:custGeom>
              <a:rect b="b" l="l" r="r" t="t"/>
              <a:pathLst>
                <a:path extrusionOk="0" h="254246" w="254246">
                  <a:moveTo>
                    <a:pt x="0" y="0"/>
                  </a:moveTo>
                  <a:lnTo>
                    <a:pt x="254246" y="0"/>
                  </a:lnTo>
                  <a:lnTo>
                    <a:pt x="254246"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3" name="Google Shape;393;p28"/>
            <p:cNvSpPr/>
            <p:nvPr/>
          </p:nvSpPr>
          <p:spPr>
            <a:xfrm>
              <a:off x="8118467" y="4398268"/>
              <a:ext cx="183133" cy="183133"/>
            </a:xfrm>
            <a:custGeom>
              <a:rect b="b" l="l" r="r" t="t"/>
              <a:pathLst>
                <a:path extrusionOk="0" h="254246" w="254246">
                  <a:moveTo>
                    <a:pt x="0" y="0"/>
                  </a:moveTo>
                  <a:lnTo>
                    <a:pt x="254246" y="0"/>
                  </a:lnTo>
                  <a:lnTo>
                    <a:pt x="254246"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4" name="Google Shape;394;p28"/>
            <p:cNvSpPr/>
            <p:nvPr/>
          </p:nvSpPr>
          <p:spPr>
            <a:xfrm>
              <a:off x="8118467" y="4581402"/>
              <a:ext cx="183134" cy="183079"/>
            </a:xfrm>
            <a:custGeom>
              <a:rect b="b" l="l" r="r" t="t"/>
              <a:pathLst>
                <a:path extrusionOk="0" h="254170" w="254247">
                  <a:moveTo>
                    <a:pt x="254248" y="254171"/>
                  </a:moveTo>
                  <a:lnTo>
                    <a:pt x="106044" y="254171"/>
                  </a:lnTo>
                  <a:cubicBezTo>
                    <a:pt x="47477" y="254171"/>
                    <a:pt x="0" y="206694"/>
                    <a:pt x="0" y="148127"/>
                  </a:cubicBezTo>
                  <a:lnTo>
                    <a:pt x="0" y="0"/>
                  </a:lnTo>
                  <a:lnTo>
                    <a:pt x="254248" y="0"/>
                  </a:lnTo>
                  <a:lnTo>
                    <a:pt x="254248" y="254171"/>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5" name="Google Shape;395;p28"/>
            <p:cNvSpPr/>
            <p:nvPr/>
          </p:nvSpPr>
          <p:spPr>
            <a:xfrm>
              <a:off x="8301601" y="4032000"/>
              <a:ext cx="183133" cy="183133"/>
            </a:xfrm>
            <a:custGeom>
              <a:rect b="b" l="l" r="r" t="t"/>
              <a:pathLst>
                <a:path extrusionOk="0" h="254246" w="254246">
                  <a:moveTo>
                    <a:pt x="0" y="0"/>
                  </a:moveTo>
                  <a:lnTo>
                    <a:pt x="254247" y="0"/>
                  </a:lnTo>
                  <a:lnTo>
                    <a:pt x="254247"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6" name="Google Shape;396;p28"/>
            <p:cNvSpPr/>
            <p:nvPr/>
          </p:nvSpPr>
          <p:spPr>
            <a:xfrm>
              <a:off x="8301601" y="4215134"/>
              <a:ext cx="183133" cy="183133"/>
            </a:xfrm>
            <a:custGeom>
              <a:rect b="b" l="l" r="r" t="t"/>
              <a:pathLst>
                <a:path extrusionOk="0" h="254246" w="254246">
                  <a:moveTo>
                    <a:pt x="0" y="0"/>
                  </a:moveTo>
                  <a:lnTo>
                    <a:pt x="254247" y="0"/>
                  </a:lnTo>
                  <a:lnTo>
                    <a:pt x="254247"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7" name="Google Shape;397;p28"/>
            <p:cNvSpPr/>
            <p:nvPr/>
          </p:nvSpPr>
          <p:spPr>
            <a:xfrm>
              <a:off x="8301601" y="4398268"/>
              <a:ext cx="183133" cy="183133"/>
            </a:xfrm>
            <a:custGeom>
              <a:rect b="b" l="l" r="r" t="t"/>
              <a:pathLst>
                <a:path extrusionOk="0" h="254246" w="254246">
                  <a:moveTo>
                    <a:pt x="0" y="0"/>
                  </a:moveTo>
                  <a:lnTo>
                    <a:pt x="254247" y="0"/>
                  </a:lnTo>
                  <a:lnTo>
                    <a:pt x="254247"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8" name="Google Shape;398;p28"/>
            <p:cNvSpPr/>
            <p:nvPr/>
          </p:nvSpPr>
          <p:spPr>
            <a:xfrm>
              <a:off x="8301601" y="4581402"/>
              <a:ext cx="183133" cy="183133"/>
            </a:xfrm>
            <a:custGeom>
              <a:rect b="b" l="l" r="r" t="t"/>
              <a:pathLst>
                <a:path extrusionOk="0" h="254246" w="254246">
                  <a:moveTo>
                    <a:pt x="0" y="0"/>
                  </a:moveTo>
                  <a:lnTo>
                    <a:pt x="254247" y="0"/>
                  </a:lnTo>
                  <a:lnTo>
                    <a:pt x="254247"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9" name="Google Shape;399;p28"/>
            <p:cNvSpPr/>
            <p:nvPr/>
          </p:nvSpPr>
          <p:spPr>
            <a:xfrm>
              <a:off x="8484735" y="4032000"/>
              <a:ext cx="183133" cy="183133"/>
            </a:xfrm>
            <a:custGeom>
              <a:rect b="b" l="l" r="r" t="t"/>
              <a:pathLst>
                <a:path extrusionOk="0" h="254246" w="254246">
                  <a:moveTo>
                    <a:pt x="0" y="0"/>
                  </a:moveTo>
                  <a:lnTo>
                    <a:pt x="254247" y="0"/>
                  </a:lnTo>
                  <a:lnTo>
                    <a:pt x="254247"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0" name="Google Shape;400;p28"/>
            <p:cNvSpPr/>
            <p:nvPr/>
          </p:nvSpPr>
          <p:spPr>
            <a:xfrm>
              <a:off x="8484735" y="4215134"/>
              <a:ext cx="183133" cy="183133"/>
            </a:xfrm>
            <a:custGeom>
              <a:rect b="b" l="l" r="r" t="t"/>
              <a:pathLst>
                <a:path extrusionOk="0" h="254246" w="254246">
                  <a:moveTo>
                    <a:pt x="0" y="0"/>
                  </a:moveTo>
                  <a:lnTo>
                    <a:pt x="254247" y="0"/>
                  </a:lnTo>
                  <a:lnTo>
                    <a:pt x="254247"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1" name="Google Shape;401;p28"/>
            <p:cNvSpPr/>
            <p:nvPr/>
          </p:nvSpPr>
          <p:spPr>
            <a:xfrm>
              <a:off x="8484735" y="4398268"/>
              <a:ext cx="183133" cy="183133"/>
            </a:xfrm>
            <a:custGeom>
              <a:rect b="b" l="l" r="r" t="t"/>
              <a:pathLst>
                <a:path extrusionOk="0" h="254246" w="254246">
                  <a:moveTo>
                    <a:pt x="0" y="0"/>
                  </a:moveTo>
                  <a:lnTo>
                    <a:pt x="254247" y="0"/>
                  </a:lnTo>
                  <a:lnTo>
                    <a:pt x="254247"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2" name="Google Shape;402;p28"/>
            <p:cNvSpPr/>
            <p:nvPr/>
          </p:nvSpPr>
          <p:spPr>
            <a:xfrm>
              <a:off x="8484735" y="4581402"/>
              <a:ext cx="183133" cy="183133"/>
            </a:xfrm>
            <a:custGeom>
              <a:rect b="b" l="l" r="r" t="t"/>
              <a:pathLst>
                <a:path extrusionOk="0" h="254246" w="254246">
                  <a:moveTo>
                    <a:pt x="0" y="0"/>
                  </a:moveTo>
                  <a:lnTo>
                    <a:pt x="254247" y="0"/>
                  </a:lnTo>
                  <a:lnTo>
                    <a:pt x="254247"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3" name="Google Shape;403;p28"/>
            <p:cNvSpPr/>
            <p:nvPr/>
          </p:nvSpPr>
          <p:spPr>
            <a:xfrm>
              <a:off x="8667869" y="4032000"/>
              <a:ext cx="183133" cy="183133"/>
            </a:xfrm>
            <a:custGeom>
              <a:rect b="b" l="l" r="r" t="t"/>
              <a:pathLst>
                <a:path extrusionOk="0" h="254246" w="254246">
                  <a:moveTo>
                    <a:pt x="0" y="0"/>
                  </a:moveTo>
                  <a:lnTo>
                    <a:pt x="254246" y="0"/>
                  </a:lnTo>
                  <a:lnTo>
                    <a:pt x="254246"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4" name="Google Shape;404;p28"/>
            <p:cNvSpPr/>
            <p:nvPr/>
          </p:nvSpPr>
          <p:spPr>
            <a:xfrm>
              <a:off x="8667869" y="4215134"/>
              <a:ext cx="183133" cy="183133"/>
            </a:xfrm>
            <a:custGeom>
              <a:rect b="b" l="l" r="r" t="t"/>
              <a:pathLst>
                <a:path extrusionOk="0" h="254246" w="254246">
                  <a:moveTo>
                    <a:pt x="0" y="0"/>
                  </a:moveTo>
                  <a:lnTo>
                    <a:pt x="254246" y="0"/>
                  </a:lnTo>
                  <a:lnTo>
                    <a:pt x="254246"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5" name="Google Shape;405;p28"/>
            <p:cNvSpPr/>
            <p:nvPr/>
          </p:nvSpPr>
          <p:spPr>
            <a:xfrm>
              <a:off x="8667869" y="4398268"/>
              <a:ext cx="183133" cy="183133"/>
            </a:xfrm>
            <a:custGeom>
              <a:rect b="b" l="l" r="r" t="t"/>
              <a:pathLst>
                <a:path extrusionOk="0" h="254246" w="254246">
                  <a:moveTo>
                    <a:pt x="0" y="0"/>
                  </a:moveTo>
                  <a:lnTo>
                    <a:pt x="254246" y="0"/>
                  </a:lnTo>
                  <a:lnTo>
                    <a:pt x="254246"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6" name="Google Shape;406;p28"/>
            <p:cNvSpPr/>
            <p:nvPr/>
          </p:nvSpPr>
          <p:spPr>
            <a:xfrm>
              <a:off x="8667869" y="4581402"/>
              <a:ext cx="183133" cy="183133"/>
            </a:xfrm>
            <a:custGeom>
              <a:rect b="b" l="l" r="r" t="t"/>
              <a:pathLst>
                <a:path extrusionOk="0" h="254246" w="254246">
                  <a:moveTo>
                    <a:pt x="0" y="0"/>
                  </a:moveTo>
                  <a:lnTo>
                    <a:pt x="254246" y="0"/>
                  </a:lnTo>
                  <a:lnTo>
                    <a:pt x="254246"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7" name="Google Shape;407;p28"/>
            <p:cNvSpPr/>
            <p:nvPr/>
          </p:nvSpPr>
          <p:spPr>
            <a:xfrm>
              <a:off x="8851003" y="4032000"/>
              <a:ext cx="183133" cy="183133"/>
            </a:xfrm>
            <a:custGeom>
              <a:rect b="b" l="l" r="r" t="t"/>
              <a:pathLst>
                <a:path extrusionOk="0" h="254246" w="254246">
                  <a:moveTo>
                    <a:pt x="0" y="0"/>
                  </a:moveTo>
                  <a:lnTo>
                    <a:pt x="254246" y="0"/>
                  </a:lnTo>
                  <a:lnTo>
                    <a:pt x="254246"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8" name="Google Shape;408;p28"/>
            <p:cNvSpPr/>
            <p:nvPr/>
          </p:nvSpPr>
          <p:spPr>
            <a:xfrm>
              <a:off x="8851003" y="4215134"/>
              <a:ext cx="183133" cy="183133"/>
            </a:xfrm>
            <a:custGeom>
              <a:rect b="b" l="l" r="r" t="t"/>
              <a:pathLst>
                <a:path extrusionOk="0" h="254246" w="254246">
                  <a:moveTo>
                    <a:pt x="0" y="0"/>
                  </a:moveTo>
                  <a:lnTo>
                    <a:pt x="254246" y="0"/>
                  </a:lnTo>
                  <a:lnTo>
                    <a:pt x="254246"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9" name="Google Shape;409;p28"/>
            <p:cNvSpPr/>
            <p:nvPr/>
          </p:nvSpPr>
          <p:spPr>
            <a:xfrm>
              <a:off x="8851003" y="4398268"/>
              <a:ext cx="183133" cy="183133"/>
            </a:xfrm>
            <a:custGeom>
              <a:rect b="b" l="l" r="r" t="t"/>
              <a:pathLst>
                <a:path extrusionOk="0" h="254246" w="254246">
                  <a:moveTo>
                    <a:pt x="0" y="0"/>
                  </a:moveTo>
                  <a:lnTo>
                    <a:pt x="254246" y="0"/>
                  </a:lnTo>
                  <a:lnTo>
                    <a:pt x="254246"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0" name="Google Shape;410;p28"/>
            <p:cNvSpPr/>
            <p:nvPr/>
          </p:nvSpPr>
          <p:spPr>
            <a:xfrm>
              <a:off x="8851003" y="4581402"/>
              <a:ext cx="183133" cy="183133"/>
            </a:xfrm>
            <a:custGeom>
              <a:rect b="b" l="l" r="r" t="t"/>
              <a:pathLst>
                <a:path extrusionOk="0" h="254246" w="254246">
                  <a:moveTo>
                    <a:pt x="0" y="0"/>
                  </a:moveTo>
                  <a:lnTo>
                    <a:pt x="254246" y="0"/>
                  </a:lnTo>
                  <a:lnTo>
                    <a:pt x="254246"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1" name="Google Shape;411;p28"/>
            <p:cNvSpPr/>
            <p:nvPr/>
          </p:nvSpPr>
          <p:spPr>
            <a:xfrm>
              <a:off x="9034137" y="4032000"/>
              <a:ext cx="183133" cy="183133"/>
            </a:xfrm>
            <a:custGeom>
              <a:rect b="b" l="l" r="r" t="t"/>
              <a:pathLst>
                <a:path extrusionOk="0" h="254246" w="254246">
                  <a:moveTo>
                    <a:pt x="254247" y="254247"/>
                  </a:moveTo>
                  <a:lnTo>
                    <a:pt x="0" y="254247"/>
                  </a:lnTo>
                  <a:lnTo>
                    <a:pt x="0" y="0"/>
                  </a:lnTo>
                  <a:lnTo>
                    <a:pt x="148203" y="0"/>
                  </a:lnTo>
                  <a:cubicBezTo>
                    <a:pt x="206770" y="0"/>
                    <a:pt x="254247" y="47477"/>
                    <a:pt x="254247" y="106044"/>
                  </a:cubicBezTo>
                  <a:lnTo>
                    <a:pt x="254247"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2" name="Google Shape;412;p28"/>
            <p:cNvSpPr/>
            <p:nvPr/>
          </p:nvSpPr>
          <p:spPr>
            <a:xfrm>
              <a:off x="9034137" y="4215134"/>
              <a:ext cx="183133" cy="183133"/>
            </a:xfrm>
            <a:custGeom>
              <a:rect b="b" l="l" r="r" t="t"/>
              <a:pathLst>
                <a:path extrusionOk="0" h="254246" w="254246">
                  <a:moveTo>
                    <a:pt x="0" y="0"/>
                  </a:moveTo>
                  <a:lnTo>
                    <a:pt x="254247" y="0"/>
                  </a:lnTo>
                  <a:lnTo>
                    <a:pt x="254247"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3" name="Google Shape;413;p28"/>
            <p:cNvSpPr/>
            <p:nvPr/>
          </p:nvSpPr>
          <p:spPr>
            <a:xfrm>
              <a:off x="9034137" y="4398268"/>
              <a:ext cx="183133" cy="183133"/>
            </a:xfrm>
            <a:custGeom>
              <a:rect b="b" l="l" r="r" t="t"/>
              <a:pathLst>
                <a:path extrusionOk="0" h="254246" w="254246">
                  <a:moveTo>
                    <a:pt x="0" y="0"/>
                  </a:moveTo>
                  <a:lnTo>
                    <a:pt x="254247" y="0"/>
                  </a:lnTo>
                  <a:lnTo>
                    <a:pt x="254247"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4" name="Google Shape;414;p28"/>
            <p:cNvSpPr/>
            <p:nvPr/>
          </p:nvSpPr>
          <p:spPr>
            <a:xfrm>
              <a:off x="9034082" y="4581402"/>
              <a:ext cx="183133" cy="183079"/>
            </a:xfrm>
            <a:custGeom>
              <a:rect b="b" l="l" r="r" t="t"/>
              <a:pathLst>
                <a:path extrusionOk="0" h="254170" w="254246">
                  <a:moveTo>
                    <a:pt x="148203" y="254171"/>
                  </a:moveTo>
                  <a:lnTo>
                    <a:pt x="0" y="254171"/>
                  </a:lnTo>
                  <a:lnTo>
                    <a:pt x="0" y="0"/>
                  </a:lnTo>
                  <a:lnTo>
                    <a:pt x="254247" y="0"/>
                  </a:lnTo>
                  <a:lnTo>
                    <a:pt x="254247" y="148203"/>
                  </a:lnTo>
                  <a:cubicBezTo>
                    <a:pt x="254323" y="206694"/>
                    <a:pt x="206770" y="254171"/>
                    <a:pt x="148203" y="254171"/>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5" name="Google Shape;415;p28"/>
            <p:cNvSpPr/>
            <p:nvPr/>
          </p:nvSpPr>
          <p:spPr>
            <a:xfrm>
              <a:off x="8273696" y="4184110"/>
              <a:ext cx="55810" cy="55810"/>
            </a:xfrm>
            <a:custGeom>
              <a:rect b="b" l="l" r="r" t="t"/>
              <a:pathLst>
                <a:path extrusionOk="0" h="77481" w="77481">
                  <a:moveTo>
                    <a:pt x="77482" y="38741"/>
                  </a:moveTo>
                  <a:cubicBezTo>
                    <a:pt x="77482" y="60162"/>
                    <a:pt x="60162" y="77482"/>
                    <a:pt x="38741" y="77482"/>
                  </a:cubicBezTo>
                  <a:cubicBezTo>
                    <a:pt x="17319" y="77482"/>
                    <a:pt x="0" y="60162"/>
                    <a:pt x="0" y="38741"/>
                  </a:cubicBezTo>
                  <a:cubicBezTo>
                    <a:pt x="0" y="17319"/>
                    <a:pt x="17319" y="0"/>
                    <a:pt x="38741" y="0"/>
                  </a:cubicBezTo>
                  <a:cubicBezTo>
                    <a:pt x="60162" y="76"/>
                    <a:pt x="77482" y="17395"/>
                    <a:pt x="77482" y="3874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6" name="Google Shape;416;p28"/>
            <p:cNvSpPr/>
            <p:nvPr/>
          </p:nvSpPr>
          <p:spPr>
            <a:xfrm>
              <a:off x="8368300" y="4275103"/>
              <a:ext cx="55810" cy="55810"/>
            </a:xfrm>
            <a:custGeom>
              <a:rect b="b" l="l" r="r" t="t"/>
              <a:pathLst>
                <a:path extrusionOk="0" h="77481" w="77481">
                  <a:moveTo>
                    <a:pt x="77482" y="38741"/>
                  </a:moveTo>
                  <a:cubicBezTo>
                    <a:pt x="77482" y="60137"/>
                    <a:pt x="60138" y="77482"/>
                    <a:pt x="38741" y="77482"/>
                  </a:cubicBezTo>
                  <a:cubicBezTo>
                    <a:pt x="17345" y="77482"/>
                    <a:pt x="1" y="60137"/>
                    <a:pt x="1" y="38741"/>
                  </a:cubicBezTo>
                  <a:cubicBezTo>
                    <a:pt x="1" y="17345"/>
                    <a:pt x="17345" y="0"/>
                    <a:pt x="38741" y="0"/>
                  </a:cubicBezTo>
                  <a:cubicBezTo>
                    <a:pt x="60138" y="0"/>
                    <a:pt x="77482" y="17345"/>
                    <a:pt x="77482" y="3874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7" name="Google Shape;417;p28"/>
            <p:cNvSpPr/>
            <p:nvPr/>
          </p:nvSpPr>
          <p:spPr>
            <a:xfrm>
              <a:off x="8588258" y="4076429"/>
              <a:ext cx="55810" cy="55810"/>
            </a:xfrm>
            <a:custGeom>
              <a:rect b="b" l="l" r="r" t="t"/>
              <a:pathLst>
                <a:path extrusionOk="0" h="77481" w="77481">
                  <a:moveTo>
                    <a:pt x="77482" y="38741"/>
                  </a:moveTo>
                  <a:cubicBezTo>
                    <a:pt x="77482" y="60162"/>
                    <a:pt x="60162" y="77482"/>
                    <a:pt x="38741" y="77482"/>
                  </a:cubicBezTo>
                  <a:cubicBezTo>
                    <a:pt x="17319" y="77482"/>
                    <a:pt x="0" y="60162"/>
                    <a:pt x="0" y="38741"/>
                  </a:cubicBezTo>
                  <a:cubicBezTo>
                    <a:pt x="0" y="17319"/>
                    <a:pt x="17319" y="0"/>
                    <a:pt x="38741" y="0"/>
                  </a:cubicBezTo>
                  <a:cubicBezTo>
                    <a:pt x="60162" y="0"/>
                    <a:pt x="77482" y="17395"/>
                    <a:pt x="77482" y="38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8" name="Google Shape;418;p28"/>
            <p:cNvSpPr/>
            <p:nvPr/>
          </p:nvSpPr>
          <p:spPr>
            <a:xfrm>
              <a:off x="8456830" y="4433997"/>
              <a:ext cx="55810" cy="55810"/>
            </a:xfrm>
            <a:custGeom>
              <a:rect b="b" l="l" r="r" t="t"/>
              <a:pathLst>
                <a:path extrusionOk="0" h="77481" w="77481">
                  <a:moveTo>
                    <a:pt x="77482" y="38741"/>
                  </a:moveTo>
                  <a:cubicBezTo>
                    <a:pt x="77482" y="60162"/>
                    <a:pt x="60162" y="77482"/>
                    <a:pt x="38741" y="77482"/>
                  </a:cubicBezTo>
                  <a:cubicBezTo>
                    <a:pt x="17320" y="77482"/>
                    <a:pt x="0" y="60162"/>
                    <a:pt x="0" y="38741"/>
                  </a:cubicBezTo>
                  <a:cubicBezTo>
                    <a:pt x="0" y="17319"/>
                    <a:pt x="17320" y="0"/>
                    <a:pt x="38741" y="0"/>
                  </a:cubicBezTo>
                  <a:cubicBezTo>
                    <a:pt x="60086" y="0"/>
                    <a:pt x="77482" y="17395"/>
                    <a:pt x="77482" y="38741"/>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9" name="Google Shape;419;p28"/>
            <p:cNvSpPr/>
            <p:nvPr/>
          </p:nvSpPr>
          <p:spPr>
            <a:xfrm>
              <a:off x="8726908" y="4658168"/>
              <a:ext cx="55810" cy="55810"/>
            </a:xfrm>
            <a:custGeom>
              <a:rect b="b" l="l" r="r" t="t"/>
              <a:pathLst>
                <a:path extrusionOk="0" h="77481" w="77481">
                  <a:moveTo>
                    <a:pt x="77482" y="38741"/>
                  </a:moveTo>
                  <a:cubicBezTo>
                    <a:pt x="77482" y="60137"/>
                    <a:pt x="60137" y="77482"/>
                    <a:pt x="38741" y="77482"/>
                  </a:cubicBezTo>
                  <a:cubicBezTo>
                    <a:pt x="17345" y="77482"/>
                    <a:pt x="0" y="60137"/>
                    <a:pt x="0" y="38741"/>
                  </a:cubicBezTo>
                  <a:cubicBezTo>
                    <a:pt x="0" y="17345"/>
                    <a:pt x="17345" y="0"/>
                    <a:pt x="38741" y="0"/>
                  </a:cubicBezTo>
                  <a:cubicBezTo>
                    <a:pt x="60137" y="0"/>
                    <a:pt x="77482" y="17345"/>
                    <a:pt x="77482" y="38741"/>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0" name="Google Shape;420;p28"/>
            <p:cNvSpPr/>
            <p:nvPr/>
          </p:nvSpPr>
          <p:spPr>
            <a:xfrm>
              <a:off x="8518057" y="4370363"/>
              <a:ext cx="55810" cy="55810"/>
            </a:xfrm>
            <a:custGeom>
              <a:rect b="b" l="l" r="r" t="t"/>
              <a:pathLst>
                <a:path extrusionOk="0" h="77481" w="77481">
                  <a:moveTo>
                    <a:pt x="77482" y="38741"/>
                  </a:moveTo>
                  <a:cubicBezTo>
                    <a:pt x="77482" y="60137"/>
                    <a:pt x="60137" y="77482"/>
                    <a:pt x="38741" y="77482"/>
                  </a:cubicBezTo>
                  <a:cubicBezTo>
                    <a:pt x="17345" y="77482"/>
                    <a:pt x="1" y="60137"/>
                    <a:pt x="1" y="38741"/>
                  </a:cubicBezTo>
                  <a:cubicBezTo>
                    <a:pt x="1" y="17345"/>
                    <a:pt x="17345" y="0"/>
                    <a:pt x="38741" y="0"/>
                  </a:cubicBezTo>
                  <a:cubicBezTo>
                    <a:pt x="60137" y="0"/>
                    <a:pt x="77482" y="17345"/>
                    <a:pt x="77482" y="38741"/>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1" name="Google Shape;421;p28"/>
            <p:cNvSpPr/>
            <p:nvPr/>
          </p:nvSpPr>
          <p:spPr>
            <a:xfrm>
              <a:off x="8170393" y="4076429"/>
              <a:ext cx="55810" cy="55810"/>
            </a:xfrm>
            <a:custGeom>
              <a:rect b="b" l="l" r="r" t="t"/>
              <a:pathLst>
                <a:path extrusionOk="0" h="77481" w="77481">
                  <a:moveTo>
                    <a:pt x="77482" y="38741"/>
                  </a:moveTo>
                  <a:cubicBezTo>
                    <a:pt x="77482" y="60162"/>
                    <a:pt x="60162" y="77482"/>
                    <a:pt x="38741" y="77482"/>
                  </a:cubicBezTo>
                  <a:cubicBezTo>
                    <a:pt x="17319" y="77482"/>
                    <a:pt x="0" y="60162"/>
                    <a:pt x="0" y="38741"/>
                  </a:cubicBezTo>
                  <a:cubicBezTo>
                    <a:pt x="0" y="17319"/>
                    <a:pt x="17319" y="0"/>
                    <a:pt x="38741" y="0"/>
                  </a:cubicBezTo>
                  <a:cubicBezTo>
                    <a:pt x="60086" y="0"/>
                    <a:pt x="77482" y="17395"/>
                    <a:pt x="77482" y="38741"/>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2" name="Google Shape;422;p28"/>
            <p:cNvSpPr/>
            <p:nvPr/>
          </p:nvSpPr>
          <p:spPr>
            <a:xfrm>
              <a:off x="8456830" y="4293542"/>
              <a:ext cx="55810" cy="55810"/>
            </a:xfrm>
            <a:custGeom>
              <a:rect b="b" l="l" r="r" t="t"/>
              <a:pathLst>
                <a:path extrusionOk="0" h="77481" w="77481">
                  <a:moveTo>
                    <a:pt x="77482" y="38741"/>
                  </a:moveTo>
                  <a:cubicBezTo>
                    <a:pt x="77482" y="60162"/>
                    <a:pt x="60162" y="77482"/>
                    <a:pt x="38741" y="77482"/>
                  </a:cubicBezTo>
                  <a:cubicBezTo>
                    <a:pt x="17320" y="77482"/>
                    <a:pt x="0" y="60162"/>
                    <a:pt x="0" y="38741"/>
                  </a:cubicBezTo>
                  <a:cubicBezTo>
                    <a:pt x="0" y="17319"/>
                    <a:pt x="17320" y="0"/>
                    <a:pt x="38741" y="0"/>
                  </a:cubicBezTo>
                  <a:cubicBezTo>
                    <a:pt x="60086" y="0"/>
                    <a:pt x="77482" y="17319"/>
                    <a:pt x="77482" y="38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3" name="Google Shape;423;p28"/>
            <p:cNvSpPr/>
            <p:nvPr/>
          </p:nvSpPr>
          <p:spPr>
            <a:xfrm>
              <a:off x="8368300" y="4378844"/>
              <a:ext cx="55810" cy="55810"/>
            </a:xfrm>
            <a:custGeom>
              <a:rect b="b" l="l" r="r" t="t"/>
              <a:pathLst>
                <a:path extrusionOk="0" h="77481" w="77481">
                  <a:moveTo>
                    <a:pt x="77482" y="38741"/>
                  </a:moveTo>
                  <a:cubicBezTo>
                    <a:pt x="77482" y="60137"/>
                    <a:pt x="60138" y="77482"/>
                    <a:pt x="38741" y="77482"/>
                  </a:cubicBezTo>
                  <a:cubicBezTo>
                    <a:pt x="17345" y="77482"/>
                    <a:pt x="1" y="60137"/>
                    <a:pt x="1" y="38741"/>
                  </a:cubicBezTo>
                  <a:cubicBezTo>
                    <a:pt x="1" y="17345"/>
                    <a:pt x="17345" y="0"/>
                    <a:pt x="38741" y="0"/>
                  </a:cubicBezTo>
                  <a:cubicBezTo>
                    <a:pt x="60138" y="0"/>
                    <a:pt x="77482" y="17345"/>
                    <a:pt x="77482" y="38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4" name="Google Shape;424;p28"/>
            <p:cNvSpPr/>
            <p:nvPr/>
          </p:nvSpPr>
          <p:spPr>
            <a:xfrm>
              <a:off x="8202566" y="4461903"/>
              <a:ext cx="55810" cy="55810"/>
            </a:xfrm>
            <a:custGeom>
              <a:rect b="b" l="l" r="r" t="t"/>
              <a:pathLst>
                <a:path extrusionOk="0" h="77481" w="77481">
                  <a:moveTo>
                    <a:pt x="77482" y="38741"/>
                  </a:moveTo>
                  <a:cubicBezTo>
                    <a:pt x="77482" y="60162"/>
                    <a:pt x="60162" y="77482"/>
                    <a:pt x="38741" y="77482"/>
                  </a:cubicBezTo>
                  <a:cubicBezTo>
                    <a:pt x="17319" y="77482"/>
                    <a:pt x="0" y="60162"/>
                    <a:pt x="0" y="38741"/>
                  </a:cubicBezTo>
                  <a:cubicBezTo>
                    <a:pt x="0" y="17319"/>
                    <a:pt x="17319" y="0"/>
                    <a:pt x="38741" y="0"/>
                  </a:cubicBezTo>
                  <a:cubicBezTo>
                    <a:pt x="60086" y="0"/>
                    <a:pt x="77482" y="17395"/>
                    <a:pt x="77482" y="3874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5" name="Google Shape;425;p28"/>
            <p:cNvSpPr/>
            <p:nvPr/>
          </p:nvSpPr>
          <p:spPr>
            <a:xfrm>
              <a:off x="8174660" y="4617132"/>
              <a:ext cx="55810" cy="55810"/>
            </a:xfrm>
            <a:custGeom>
              <a:rect b="b" l="l" r="r" t="t"/>
              <a:pathLst>
                <a:path extrusionOk="0" h="77481" w="77482">
                  <a:moveTo>
                    <a:pt x="77482" y="38741"/>
                  </a:moveTo>
                  <a:cubicBezTo>
                    <a:pt x="77482" y="60162"/>
                    <a:pt x="60163" y="77482"/>
                    <a:pt x="38742" y="77482"/>
                  </a:cubicBezTo>
                  <a:cubicBezTo>
                    <a:pt x="17320" y="77482"/>
                    <a:pt x="0" y="60162"/>
                    <a:pt x="0" y="38741"/>
                  </a:cubicBezTo>
                  <a:cubicBezTo>
                    <a:pt x="0" y="17320"/>
                    <a:pt x="17320" y="0"/>
                    <a:pt x="38742" y="0"/>
                  </a:cubicBezTo>
                  <a:cubicBezTo>
                    <a:pt x="60163" y="0"/>
                    <a:pt x="77482" y="17396"/>
                    <a:pt x="77482" y="38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6" name="Google Shape;426;p28"/>
            <p:cNvSpPr/>
            <p:nvPr/>
          </p:nvSpPr>
          <p:spPr>
            <a:xfrm>
              <a:off x="8273696" y="4321447"/>
              <a:ext cx="55810" cy="55810"/>
            </a:xfrm>
            <a:custGeom>
              <a:rect b="b" l="l" r="r" t="t"/>
              <a:pathLst>
                <a:path extrusionOk="0" h="77481" w="77481">
                  <a:moveTo>
                    <a:pt x="77482" y="38741"/>
                  </a:moveTo>
                  <a:cubicBezTo>
                    <a:pt x="77482" y="60162"/>
                    <a:pt x="60162" y="77482"/>
                    <a:pt x="38741" y="77482"/>
                  </a:cubicBezTo>
                  <a:cubicBezTo>
                    <a:pt x="17319" y="77482"/>
                    <a:pt x="0" y="60162"/>
                    <a:pt x="0" y="38741"/>
                  </a:cubicBezTo>
                  <a:cubicBezTo>
                    <a:pt x="0" y="17319"/>
                    <a:pt x="17319" y="0"/>
                    <a:pt x="38741" y="0"/>
                  </a:cubicBezTo>
                  <a:cubicBezTo>
                    <a:pt x="60162" y="0"/>
                    <a:pt x="77482" y="17319"/>
                    <a:pt x="77482" y="38741"/>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7" name="Google Shape;427;p28"/>
            <p:cNvSpPr/>
            <p:nvPr/>
          </p:nvSpPr>
          <p:spPr>
            <a:xfrm>
              <a:off x="8919671" y="4247252"/>
              <a:ext cx="55810" cy="55810"/>
            </a:xfrm>
            <a:custGeom>
              <a:rect b="b" l="l" r="r" t="t"/>
              <a:pathLst>
                <a:path extrusionOk="0" h="77481" w="77481">
                  <a:moveTo>
                    <a:pt x="77482" y="38741"/>
                  </a:moveTo>
                  <a:cubicBezTo>
                    <a:pt x="77482" y="60162"/>
                    <a:pt x="60163" y="77482"/>
                    <a:pt x="38741" y="77482"/>
                  </a:cubicBezTo>
                  <a:cubicBezTo>
                    <a:pt x="17320" y="77482"/>
                    <a:pt x="0" y="60162"/>
                    <a:pt x="0" y="38741"/>
                  </a:cubicBezTo>
                  <a:cubicBezTo>
                    <a:pt x="0" y="17319"/>
                    <a:pt x="17320" y="0"/>
                    <a:pt x="38741" y="0"/>
                  </a:cubicBezTo>
                  <a:cubicBezTo>
                    <a:pt x="60163" y="0"/>
                    <a:pt x="77482" y="17319"/>
                    <a:pt x="77482" y="38741"/>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28" name="Google Shape;428;p28"/>
          <p:cNvGrpSpPr/>
          <p:nvPr/>
        </p:nvGrpSpPr>
        <p:grpSpPr>
          <a:xfrm>
            <a:off x="1062846" y="290916"/>
            <a:ext cx="901968" cy="901968"/>
            <a:chOff x="1350404" y="-3124999"/>
            <a:chExt cx="1570279" cy="1570279"/>
          </a:xfrm>
        </p:grpSpPr>
        <p:sp>
          <p:nvSpPr>
            <p:cNvPr id="429" name="Google Shape;429;p28"/>
            <p:cNvSpPr/>
            <p:nvPr/>
          </p:nvSpPr>
          <p:spPr>
            <a:xfrm>
              <a:off x="2135530" y="-3124999"/>
              <a:ext cx="2889" cy="1570279"/>
            </a:xfrm>
            <a:custGeom>
              <a:rect b="b" l="l" r="r" t="t"/>
              <a:pathLst>
                <a:path extrusionOk="0" h="1570279" w="2889">
                  <a:moveTo>
                    <a:pt x="0" y="0"/>
                  </a:moveTo>
                  <a:lnTo>
                    <a:pt x="0" y="157028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0" name="Google Shape;430;p28"/>
            <p:cNvSpPr/>
            <p:nvPr/>
          </p:nvSpPr>
          <p:spPr>
            <a:xfrm>
              <a:off x="1350404" y="-2339874"/>
              <a:ext cx="1570279" cy="2889"/>
            </a:xfrm>
            <a:custGeom>
              <a:rect b="b" l="l" r="r" t="t"/>
              <a:pathLst>
                <a:path extrusionOk="0" h="2889" w="1570279">
                  <a:moveTo>
                    <a:pt x="1570280" y="0"/>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1" name="Google Shape;431;p28"/>
            <p:cNvSpPr/>
            <p:nvPr/>
          </p:nvSpPr>
          <p:spPr>
            <a:xfrm>
              <a:off x="1580345" y="-2895030"/>
              <a:ext cx="1110370" cy="1110341"/>
            </a:xfrm>
            <a:custGeom>
              <a:rect b="b" l="l" r="r" t="t"/>
              <a:pathLst>
                <a:path extrusionOk="0" h="1110341" w="1110370">
                  <a:moveTo>
                    <a:pt x="1110371" y="0"/>
                  </a:moveTo>
                  <a:lnTo>
                    <a:pt x="0" y="1110342"/>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2" name="Google Shape;432;p28"/>
            <p:cNvSpPr/>
            <p:nvPr/>
          </p:nvSpPr>
          <p:spPr>
            <a:xfrm>
              <a:off x="1580345" y="-2895030"/>
              <a:ext cx="1110370" cy="1110341"/>
            </a:xfrm>
            <a:custGeom>
              <a:rect b="b" l="l" r="r" t="t"/>
              <a:pathLst>
                <a:path extrusionOk="0" h="1110341" w="1110370">
                  <a:moveTo>
                    <a:pt x="1110371" y="1110342"/>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433" name="Google Shape;433;p28"/>
          <p:cNvSpPr txBox="1"/>
          <p:nvPr>
            <p:ph idx="2" type="ctrTitle"/>
          </p:nvPr>
        </p:nvSpPr>
        <p:spPr>
          <a:xfrm>
            <a:off x="5193400" y="148900"/>
            <a:ext cx="3819300" cy="445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900"/>
              <a:t>ECE3403 - Data Analytics &amp; Optimization</a:t>
            </a:r>
            <a:endParaRPr sz="1900"/>
          </a:p>
        </p:txBody>
      </p:sp>
      <p:grpSp>
        <p:nvGrpSpPr>
          <p:cNvPr id="434" name="Google Shape;434;p28"/>
          <p:cNvGrpSpPr/>
          <p:nvPr/>
        </p:nvGrpSpPr>
        <p:grpSpPr>
          <a:xfrm>
            <a:off x="4060641" y="594094"/>
            <a:ext cx="1022706" cy="830413"/>
            <a:chOff x="7329141" y="362469"/>
            <a:chExt cx="1022706" cy="830413"/>
          </a:xfrm>
        </p:grpSpPr>
        <p:sp>
          <p:nvSpPr>
            <p:cNvPr id="435" name="Google Shape;435;p28"/>
            <p:cNvSpPr/>
            <p:nvPr/>
          </p:nvSpPr>
          <p:spPr>
            <a:xfrm>
              <a:off x="7329141" y="362469"/>
              <a:ext cx="1022706" cy="830413"/>
            </a:xfrm>
            <a:custGeom>
              <a:rect b="b" l="l" r="r" t="t"/>
              <a:pathLst>
                <a:path extrusionOk="0" h="1544092" w="1901648">
                  <a:moveTo>
                    <a:pt x="1770840" y="1544092"/>
                  </a:moveTo>
                  <a:lnTo>
                    <a:pt x="130807" y="1544092"/>
                  </a:lnTo>
                  <a:cubicBezTo>
                    <a:pt x="58567" y="1544092"/>
                    <a:pt x="0" y="1485525"/>
                    <a:pt x="0" y="1413285"/>
                  </a:cubicBezTo>
                  <a:lnTo>
                    <a:pt x="0" y="130808"/>
                  </a:lnTo>
                  <a:cubicBezTo>
                    <a:pt x="0" y="58567"/>
                    <a:pt x="58567" y="0"/>
                    <a:pt x="130807" y="0"/>
                  </a:cubicBezTo>
                  <a:lnTo>
                    <a:pt x="1770840" y="0"/>
                  </a:lnTo>
                  <a:cubicBezTo>
                    <a:pt x="1843081" y="0"/>
                    <a:pt x="1901648" y="58567"/>
                    <a:pt x="1901648" y="130808"/>
                  </a:cubicBezTo>
                  <a:lnTo>
                    <a:pt x="1901648" y="1413285"/>
                  </a:lnTo>
                  <a:cubicBezTo>
                    <a:pt x="1901648" y="1485449"/>
                    <a:pt x="1843081" y="1544092"/>
                    <a:pt x="1770840" y="1544092"/>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6" name="Google Shape;436;p28"/>
            <p:cNvSpPr/>
            <p:nvPr/>
          </p:nvSpPr>
          <p:spPr>
            <a:xfrm>
              <a:off x="7479397" y="507863"/>
              <a:ext cx="275878" cy="490191"/>
            </a:xfrm>
            <a:custGeom>
              <a:rect b="b" l="l" r="r" t="t"/>
              <a:pathLst>
                <a:path extrusionOk="0" h="911475" w="512975">
                  <a:moveTo>
                    <a:pt x="512976" y="0"/>
                  </a:moveTo>
                  <a:cubicBezTo>
                    <a:pt x="229635" y="0"/>
                    <a:pt x="0" y="229635"/>
                    <a:pt x="0" y="512976"/>
                  </a:cubicBezTo>
                  <a:cubicBezTo>
                    <a:pt x="0" y="673864"/>
                    <a:pt x="74064" y="817434"/>
                    <a:pt x="189983" y="911476"/>
                  </a:cubicBezTo>
                  <a:lnTo>
                    <a:pt x="512976" y="512976"/>
                  </a:lnTo>
                  <a:lnTo>
                    <a:pt x="512976"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37" name="Google Shape;437;p28"/>
            <p:cNvGrpSpPr/>
            <p:nvPr/>
          </p:nvGrpSpPr>
          <p:grpSpPr>
            <a:xfrm>
              <a:off x="7581570" y="507863"/>
              <a:ext cx="449624" cy="551756"/>
              <a:chOff x="6727477" y="1096947"/>
              <a:chExt cx="836044" cy="1025951"/>
            </a:xfrm>
          </p:grpSpPr>
          <p:sp>
            <p:nvSpPr>
              <p:cNvPr id="438" name="Google Shape;438;p28"/>
              <p:cNvSpPr/>
              <p:nvPr/>
            </p:nvSpPr>
            <p:spPr>
              <a:xfrm>
                <a:off x="7050546" y="1096947"/>
                <a:ext cx="512975" cy="1014176"/>
              </a:xfrm>
              <a:custGeom>
                <a:rect b="b" l="l" r="r" t="t"/>
                <a:pathLst>
                  <a:path extrusionOk="0" h="1014176" w="512975">
                    <a:moveTo>
                      <a:pt x="512976" y="512976"/>
                    </a:moveTo>
                    <a:cubicBezTo>
                      <a:pt x="512976" y="229635"/>
                      <a:pt x="283341" y="0"/>
                      <a:pt x="0" y="0"/>
                    </a:cubicBezTo>
                    <a:lnTo>
                      <a:pt x="0" y="512976"/>
                    </a:lnTo>
                    <a:lnTo>
                      <a:pt x="109538" y="1014177"/>
                    </a:lnTo>
                    <a:cubicBezTo>
                      <a:pt x="340161" y="963966"/>
                      <a:pt x="512976" y="758639"/>
                      <a:pt x="512976" y="512976"/>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9" name="Google Shape;439;p28"/>
              <p:cNvSpPr/>
              <p:nvPr/>
            </p:nvSpPr>
            <p:spPr>
              <a:xfrm>
                <a:off x="6727477" y="1609923"/>
                <a:ext cx="432531" cy="512975"/>
              </a:xfrm>
              <a:custGeom>
                <a:rect b="b" l="l" r="r" t="t"/>
                <a:pathLst>
                  <a:path extrusionOk="0" h="512975" w="432531">
                    <a:moveTo>
                      <a:pt x="0" y="398500"/>
                    </a:moveTo>
                    <a:cubicBezTo>
                      <a:pt x="88192" y="470057"/>
                      <a:pt x="200617" y="512976"/>
                      <a:pt x="322993" y="512976"/>
                    </a:cubicBezTo>
                    <a:cubicBezTo>
                      <a:pt x="360594" y="512976"/>
                      <a:pt x="397208" y="508874"/>
                      <a:pt x="432531" y="501201"/>
                    </a:cubicBezTo>
                    <a:lnTo>
                      <a:pt x="322993" y="0"/>
                    </a:lnTo>
                    <a:lnTo>
                      <a:pt x="0" y="39850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440" name="Google Shape;440;p28"/>
            <p:cNvSpPr/>
            <p:nvPr/>
          </p:nvSpPr>
          <p:spPr>
            <a:xfrm>
              <a:off x="7755275" y="507863"/>
              <a:ext cx="222402" cy="439126"/>
            </a:xfrm>
            <a:custGeom>
              <a:rect b="b" l="l" r="r" t="t"/>
              <a:pathLst>
                <a:path extrusionOk="0" h="816522" w="413540">
                  <a:moveTo>
                    <a:pt x="0" y="0"/>
                  </a:moveTo>
                  <a:lnTo>
                    <a:pt x="0" y="512976"/>
                  </a:lnTo>
                  <a:lnTo>
                    <a:pt x="413541" y="816522"/>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1" name="Google Shape;441;p28"/>
            <p:cNvSpPr/>
            <p:nvPr/>
          </p:nvSpPr>
          <p:spPr>
            <a:xfrm>
              <a:off x="7918481" y="577354"/>
              <a:ext cx="207735" cy="40730"/>
            </a:xfrm>
            <a:custGeom>
              <a:rect b="b" l="l" r="r" t="t"/>
              <a:pathLst>
                <a:path extrusionOk="0" h="75734" w="386269">
                  <a:moveTo>
                    <a:pt x="0" y="0"/>
                  </a:moveTo>
                  <a:lnTo>
                    <a:pt x="386270" y="0"/>
                  </a:lnTo>
                  <a:lnTo>
                    <a:pt x="386270" y="75735"/>
                  </a:lnTo>
                  <a:lnTo>
                    <a:pt x="0" y="75735"/>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2" name="Google Shape;442;p28"/>
            <p:cNvSpPr/>
            <p:nvPr/>
          </p:nvSpPr>
          <p:spPr>
            <a:xfrm>
              <a:off x="7986379" y="855683"/>
              <a:ext cx="207735" cy="40730"/>
            </a:xfrm>
            <a:custGeom>
              <a:rect b="b" l="l" r="r" t="t"/>
              <a:pathLst>
                <a:path extrusionOk="0" h="75734" w="386269">
                  <a:moveTo>
                    <a:pt x="0" y="0"/>
                  </a:moveTo>
                  <a:lnTo>
                    <a:pt x="386270" y="0"/>
                  </a:lnTo>
                  <a:lnTo>
                    <a:pt x="386270" y="75735"/>
                  </a:lnTo>
                  <a:lnTo>
                    <a:pt x="0" y="75735"/>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3" name="Google Shape;443;p28"/>
            <p:cNvSpPr/>
            <p:nvPr/>
          </p:nvSpPr>
          <p:spPr>
            <a:xfrm>
              <a:off x="8078706" y="664248"/>
              <a:ext cx="133057" cy="4085"/>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4" name="Google Shape;444;p28"/>
            <p:cNvSpPr/>
            <p:nvPr/>
          </p:nvSpPr>
          <p:spPr>
            <a:xfrm>
              <a:off x="8078706" y="691415"/>
              <a:ext cx="133057" cy="4085"/>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5" name="Google Shape;445;p28"/>
            <p:cNvSpPr/>
            <p:nvPr/>
          </p:nvSpPr>
          <p:spPr>
            <a:xfrm>
              <a:off x="8078706" y="718541"/>
              <a:ext cx="133057" cy="4085"/>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6" name="Google Shape;446;p28"/>
            <p:cNvSpPr/>
            <p:nvPr/>
          </p:nvSpPr>
          <p:spPr>
            <a:xfrm>
              <a:off x="8078706" y="946989"/>
              <a:ext cx="133057" cy="4085"/>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7" name="Google Shape;447;p28"/>
            <p:cNvSpPr/>
            <p:nvPr/>
          </p:nvSpPr>
          <p:spPr>
            <a:xfrm>
              <a:off x="8078706" y="974156"/>
              <a:ext cx="133057" cy="4085"/>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8" name="Google Shape;448;p28"/>
            <p:cNvSpPr/>
            <p:nvPr/>
          </p:nvSpPr>
          <p:spPr>
            <a:xfrm>
              <a:off x="8078706" y="1001323"/>
              <a:ext cx="133057" cy="4085"/>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49" name="Google Shape;449;p28"/>
          <p:cNvGrpSpPr/>
          <p:nvPr/>
        </p:nvGrpSpPr>
        <p:grpSpPr>
          <a:xfrm>
            <a:off x="-215300" y="3851305"/>
            <a:ext cx="1694813" cy="830678"/>
            <a:chOff x="-215300" y="3851305"/>
            <a:chExt cx="1694813" cy="830678"/>
          </a:xfrm>
        </p:grpSpPr>
        <p:sp>
          <p:nvSpPr>
            <p:cNvPr id="450" name="Google Shape;450;p28"/>
            <p:cNvSpPr/>
            <p:nvPr/>
          </p:nvSpPr>
          <p:spPr>
            <a:xfrm>
              <a:off x="861887" y="3947362"/>
              <a:ext cx="215268" cy="42207"/>
            </a:xfrm>
            <a:custGeom>
              <a:rect b="b" l="l" r="r" t="t"/>
              <a:pathLst>
                <a:path extrusionOk="0" h="75734" w="386269">
                  <a:moveTo>
                    <a:pt x="0" y="0"/>
                  </a:moveTo>
                  <a:lnTo>
                    <a:pt x="386270" y="0"/>
                  </a:lnTo>
                  <a:lnTo>
                    <a:pt x="386270" y="75735"/>
                  </a:lnTo>
                  <a:lnTo>
                    <a:pt x="0" y="75735"/>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51" name="Google Shape;451;p28"/>
            <p:cNvGrpSpPr/>
            <p:nvPr/>
          </p:nvGrpSpPr>
          <p:grpSpPr>
            <a:xfrm>
              <a:off x="861887" y="4031521"/>
              <a:ext cx="137882" cy="60495"/>
              <a:chOff x="1949580" y="3551527"/>
              <a:chExt cx="247410" cy="108551"/>
            </a:xfrm>
          </p:grpSpPr>
          <p:sp>
            <p:nvSpPr>
              <p:cNvPr id="452" name="Google Shape;452;p28"/>
              <p:cNvSpPr/>
              <p:nvPr/>
            </p:nvSpPr>
            <p:spPr>
              <a:xfrm>
                <a:off x="1949580" y="3551527"/>
                <a:ext cx="247410" cy="7596"/>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3" name="Google Shape;453;p28"/>
              <p:cNvSpPr/>
              <p:nvPr/>
            </p:nvSpPr>
            <p:spPr>
              <a:xfrm>
                <a:off x="1949580" y="3601966"/>
                <a:ext cx="247410" cy="7596"/>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4" name="Google Shape;454;p28"/>
              <p:cNvSpPr/>
              <p:nvPr/>
            </p:nvSpPr>
            <p:spPr>
              <a:xfrm>
                <a:off x="1949580" y="3652482"/>
                <a:ext cx="247410" cy="7596"/>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455" name="Google Shape;455;p28"/>
            <p:cNvSpPr/>
            <p:nvPr/>
          </p:nvSpPr>
          <p:spPr>
            <a:xfrm>
              <a:off x="-85801" y="4070172"/>
              <a:ext cx="105708" cy="611514"/>
            </a:xfrm>
            <a:custGeom>
              <a:rect b="b" l="l" r="r" t="t"/>
              <a:pathLst>
                <a:path extrusionOk="0" h="1097280" w="189678">
                  <a:moveTo>
                    <a:pt x="0" y="0"/>
                  </a:moveTo>
                  <a:lnTo>
                    <a:pt x="189679" y="0"/>
                  </a:lnTo>
                  <a:lnTo>
                    <a:pt x="189679" y="1097280"/>
                  </a:lnTo>
                  <a:lnTo>
                    <a:pt x="0" y="1097280"/>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6" name="Google Shape;456;p28"/>
            <p:cNvSpPr/>
            <p:nvPr/>
          </p:nvSpPr>
          <p:spPr>
            <a:xfrm>
              <a:off x="104109" y="4375950"/>
              <a:ext cx="105745" cy="305846"/>
            </a:xfrm>
            <a:custGeom>
              <a:rect b="b" l="l" r="r" t="t"/>
              <a:pathLst>
                <a:path extrusionOk="0" h="548602" w="189678">
                  <a:moveTo>
                    <a:pt x="0" y="0"/>
                  </a:moveTo>
                  <a:lnTo>
                    <a:pt x="189679" y="0"/>
                  </a:lnTo>
                  <a:lnTo>
                    <a:pt x="189679" y="548602"/>
                  </a:lnTo>
                  <a:lnTo>
                    <a:pt x="0" y="548602"/>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7" name="Google Shape;457;p28"/>
            <p:cNvSpPr/>
            <p:nvPr/>
          </p:nvSpPr>
          <p:spPr>
            <a:xfrm>
              <a:off x="294020" y="4210340"/>
              <a:ext cx="105708" cy="471388"/>
            </a:xfrm>
            <a:custGeom>
              <a:rect b="b" l="l" r="r" t="t"/>
              <a:pathLst>
                <a:path extrusionOk="0" h="845843" w="189678">
                  <a:moveTo>
                    <a:pt x="0" y="0"/>
                  </a:moveTo>
                  <a:lnTo>
                    <a:pt x="189679" y="0"/>
                  </a:lnTo>
                  <a:lnTo>
                    <a:pt x="189679" y="845844"/>
                  </a:lnTo>
                  <a:lnTo>
                    <a:pt x="0" y="845844"/>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8" name="Google Shape;458;p28"/>
            <p:cNvSpPr/>
            <p:nvPr/>
          </p:nvSpPr>
          <p:spPr>
            <a:xfrm>
              <a:off x="483972" y="4070172"/>
              <a:ext cx="105708" cy="611514"/>
            </a:xfrm>
            <a:custGeom>
              <a:rect b="b" l="l" r="r" t="t"/>
              <a:pathLst>
                <a:path extrusionOk="0" h="1097280" w="189678">
                  <a:moveTo>
                    <a:pt x="0" y="0"/>
                  </a:moveTo>
                  <a:lnTo>
                    <a:pt x="189679" y="0"/>
                  </a:lnTo>
                  <a:lnTo>
                    <a:pt x="189679" y="1097280"/>
                  </a:lnTo>
                  <a:lnTo>
                    <a:pt x="0" y="1097280"/>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9" name="Google Shape;459;p28"/>
            <p:cNvSpPr/>
            <p:nvPr/>
          </p:nvSpPr>
          <p:spPr>
            <a:xfrm>
              <a:off x="673882" y="4070172"/>
              <a:ext cx="105745" cy="611734"/>
            </a:xfrm>
            <a:custGeom>
              <a:rect b="b" l="l" r="r" t="t"/>
              <a:pathLst>
                <a:path extrusionOk="0" h="1097280" w="189678">
                  <a:moveTo>
                    <a:pt x="0" y="0"/>
                  </a:moveTo>
                  <a:lnTo>
                    <a:pt x="189679" y="0"/>
                  </a:lnTo>
                  <a:lnTo>
                    <a:pt x="189679" y="1097280"/>
                  </a:lnTo>
                  <a:lnTo>
                    <a:pt x="0" y="109728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0" name="Google Shape;460;p28"/>
            <p:cNvSpPr/>
            <p:nvPr/>
          </p:nvSpPr>
          <p:spPr>
            <a:xfrm>
              <a:off x="863835" y="4347926"/>
              <a:ext cx="105745" cy="333923"/>
            </a:xfrm>
            <a:custGeom>
              <a:rect b="b" l="l" r="r" t="t"/>
              <a:pathLst>
                <a:path extrusionOk="0" h="598965" w="189678">
                  <a:moveTo>
                    <a:pt x="0" y="0"/>
                  </a:moveTo>
                  <a:lnTo>
                    <a:pt x="189679" y="0"/>
                  </a:lnTo>
                  <a:lnTo>
                    <a:pt x="189679" y="598965"/>
                  </a:lnTo>
                  <a:lnTo>
                    <a:pt x="0" y="5989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1" name="Google Shape;461;p28"/>
            <p:cNvSpPr/>
            <p:nvPr/>
          </p:nvSpPr>
          <p:spPr>
            <a:xfrm>
              <a:off x="1053745" y="4472133"/>
              <a:ext cx="105708" cy="209553"/>
            </a:xfrm>
            <a:custGeom>
              <a:rect b="b" l="l" r="r" t="t"/>
              <a:pathLst>
                <a:path extrusionOk="0" h="376014" w="189678">
                  <a:moveTo>
                    <a:pt x="0" y="0"/>
                  </a:moveTo>
                  <a:lnTo>
                    <a:pt x="189679" y="0"/>
                  </a:lnTo>
                  <a:lnTo>
                    <a:pt x="189679" y="376015"/>
                  </a:lnTo>
                  <a:lnTo>
                    <a:pt x="0" y="376015"/>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2" name="Google Shape;462;p28"/>
            <p:cNvSpPr/>
            <p:nvPr/>
          </p:nvSpPr>
          <p:spPr>
            <a:xfrm>
              <a:off x="1243698" y="4070172"/>
              <a:ext cx="105708" cy="611514"/>
            </a:xfrm>
            <a:custGeom>
              <a:rect b="b" l="l" r="r" t="t"/>
              <a:pathLst>
                <a:path extrusionOk="0" h="1097280" w="189678">
                  <a:moveTo>
                    <a:pt x="0" y="0"/>
                  </a:moveTo>
                  <a:lnTo>
                    <a:pt x="189679" y="0"/>
                  </a:lnTo>
                  <a:lnTo>
                    <a:pt x="189679" y="1097280"/>
                  </a:lnTo>
                  <a:lnTo>
                    <a:pt x="0" y="1097280"/>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3" name="Google Shape;463;p28"/>
            <p:cNvSpPr/>
            <p:nvPr/>
          </p:nvSpPr>
          <p:spPr>
            <a:xfrm>
              <a:off x="-32968" y="4087783"/>
              <a:ext cx="1329498" cy="420165"/>
            </a:xfrm>
            <a:custGeom>
              <a:rect b="b" l="l" r="r" t="t"/>
              <a:pathLst>
                <a:path extrusionOk="0" h="753929" w="2385606">
                  <a:moveTo>
                    <a:pt x="0" y="0"/>
                  </a:moveTo>
                  <a:lnTo>
                    <a:pt x="340844" y="555135"/>
                  </a:lnTo>
                  <a:lnTo>
                    <a:pt x="681613" y="262147"/>
                  </a:lnTo>
                  <a:lnTo>
                    <a:pt x="1022381" y="0"/>
                  </a:lnTo>
                  <a:lnTo>
                    <a:pt x="1363225" y="0"/>
                  </a:lnTo>
                  <a:lnTo>
                    <a:pt x="1703993" y="517077"/>
                  </a:lnTo>
                  <a:lnTo>
                    <a:pt x="2044838" y="753929"/>
                  </a:lnTo>
                  <a:lnTo>
                    <a:pt x="2385606"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4" name="Google Shape;464;p28"/>
            <p:cNvSpPr/>
            <p:nvPr/>
          </p:nvSpPr>
          <p:spPr>
            <a:xfrm>
              <a:off x="-61417" y="4059335"/>
              <a:ext cx="56896" cy="56896"/>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5" name="Google Shape;465;p28"/>
            <p:cNvSpPr/>
            <p:nvPr/>
          </p:nvSpPr>
          <p:spPr>
            <a:xfrm>
              <a:off x="128536" y="4354614"/>
              <a:ext cx="56896" cy="56896"/>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6" name="Google Shape;466;p28"/>
            <p:cNvSpPr/>
            <p:nvPr/>
          </p:nvSpPr>
          <p:spPr>
            <a:xfrm>
              <a:off x="318446" y="4189385"/>
              <a:ext cx="56896" cy="56896"/>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7" name="Google Shape;467;p28"/>
            <p:cNvSpPr/>
            <p:nvPr/>
          </p:nvSpPr>
          <p:spPr>
            <a:xfrm>
              <a:off x="508356" y="4059335"/>
              <a:ext cx="56896" cy="56896"/>
            </a:xfrm>
            <a:custGeom>
              <a:rect b="b" l="l" r="r" t="t"/>
              <a:pathLst>
                <a:path extrusionOk="0" h="102093" w="102093">
                  <a:moveTo>
                    <a:pt x="102094" y="51047"/>
                  </a:moveTo>
                  <a:cubicBezTo>
                    <a:pt x="102094" y="79239"/>
                    <a:pt x="79239" y="102094"/>
                    <a:pt x="51047" y="102094"/>
                  </a:cubicBezTo>
                  <a:cubicBezTo>
                    <a:pt x="22855" y="102094"/>
                    <a:pt x="0" y="79239"/>
                    <a:pt x="0" y="51047"/>
                  </a:cubicBezTo>
                  <a:cubicBezTo>
                    <a:pt x="0" y="22854"/>
                    <a:pt x="22855" y="0"/>
                    <a:pt x="51047" y="0"/>
                  </a:cubicBezTo>
                  <a:cubicBezTo>
                    <a:pt x="79239" y="0"/>
                    <a:pt x="102094" y="22854"/>
                    <a:pt x="102094" y="5104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8" name="Google Shape;468;p28"/>
            <p:cNvSpPr/>
            <p:nvPr/>
          </p:nvSpPr>
          <p:spPr>
            <a:xfrm>
              <a:off x="698309" y="4059335"/>
              <a:ext cx="56896" cy="56896"/>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9" name="Google Shape;469;p28"/>
            <p:cNvSpPr/>
            <p:nvPr/>
          </p:nvSpPr>
          <p:spPr>
            <a:xfrm>
              <a:off x="893172" y="4336368"/>
              <a:ext cx="56896" cy="56896"/>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0" name="Google Shape;470;p28"/>
            <p:cNvSpPr/>
            <p:nvPr/>
          </p:nvSpPr>
          <p:spPr>
            <a:xfrm>
              <a:off x="1078172" y="4457909"/>
              <a:ext cx="56896" cy="56896"/>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1" name="Google Shape;471;p28"/>
            <p:cNvSpPr/>
            <p:nvPr/>
          </p:nvSpPr>
          <p:spPr>
            <a:xfrm>
              <a:off x="1268082" y="4046253"/>
              <a:ext cx="56896" cy="56896"/>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2" name="Google Shape;472;p28"/>
            <p:cNvSpPr/>
            <p:nvPr/>
          </p:nvSpPr>
          <p:spPr>
            <a:xfrm>
              <a:off x="-215300" y="3851305"/>
              <a:ext cx="1694813" cy="830678"/>
            </a:xfrm>
            <a:custGeom>
              <a:rect b="b" l="l" r="r" t="t"/>
              <a:pathLst>
                <a:path extrusionOk="0" h="1490006" w="3040023">
                  <a:moveTo>
                    <a:pt x="2916053" y="1490007"/>
                  </a:moveTo>
                  <a:lnTo>
                    <a:pt x="123971" y="1490007"/>
                  </a:lnTo>
                  <a:cubicBezTo>
                    <a:pt x="55529" y="1490007"/>
                    <a:pt x="0" y="1434478"/>
                    <a:pt x="0" y="1366036"/>
                  </a:cubicBezTo>
                  <a:lnTo>
                    <a:pt x="0" y="123971"/>
                  </a:lnTo>
                  <a:cubicBezTo>
                    <a:pt x="0" y="55529"/>
                    <a:pt x="55529" y="0"/>
                    <a:pt x="123971" y="0"/>
                  </a:cubicBezTo>
                  <a:lnTo>
                    <a:pt x="2916053" y="0"/>
                  </a:lnTo>
                  <a:cubicBezTo>
                    <a:pt x="2984495" y="0"/>
                    <a:pt x="3040024" y="55529"/>
                    <a:pt x="3040024" y="123971"/>
                  </a:cubicBezTo>
                  <a:lnTo>
                    <a:pt x="3040024" y="1366036"/>
                  </a:lnTo>
                  <a:cubicBezTo>
                    <a:pt x="3040024" y="1434554"/>
                    <a:pt x="2984495" y="1490007"/>
                    <a:pt x="2916053" y="1490007"/>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cxnSp>
        <p:nvCxnSpPr>
          <p:cNvPr id="473" name="Google Shape;473;p28"/>
          <p:cNvCxnSpPr/>
          <p:nvPr/>
        </p:nvCxnSpPr>
        <p:spPr>
          <a:xfrm>
            <a:off x="3447900" y="4032000"/>
            <a:ext cx="2248200" cy="11700"/>
          </a:xfrm>
          <a:prstGeom prst="straightConnector1">
            <a:avLst/>
          </a:prstGeom>
          <a:noFill/>
          <a:ln cap="flat" cmpd="sng" w="19050">
            <a:solidFill>
              <a:schemeClr val="dk1"/>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29"/>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Data Normalization</a:t>
            </a:r>
            <a:endParaRPr/>
          </a:p>
        </p:txBody>
      </p:sp>
      <p:sp>
        <p:nvSpPr>
          <p:cNvPr id="479" name="Google Shape;479;p29"/>
          <p:cNvSpPr txBox="1"/>
          <p:nvPr>
            <p:ph idx="1" type="subTitle"/>
          </p:nvPr>
        </p:nvSpPr>
        <p:spPr>
          <a:xfrm>
            <a:off x="3780475" y="1317050"/>
            <a:ext cx="4650300" cy="253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normalization –</a:t>
            </a:r>
            <a:r>
              <a:rPr lang="en"/>
              <a:t> a vital step in data preprocessing that ensures uniformity of the numerical magnitudes of features. This uniformity avoids the domination of features that have larger values compared to the other features or variables.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 </a:t>
            </a:r>
            <a:r>
              <a:rPr lang="en"/>
              <a:t>It’s used to to standardize and scale the data which is very important to ensure that every feature has an equal impact on the prediction in ML models.</a:t>
            </a:r>
            <a:endParaRPr/>
          </a:p>
        </p:txBody>
      </p:sp>
      <p:grpSp>
        <p:nvGrpSpPr>
          <p:cNvPr id="480" name="Google Shape;480;p29"/>
          <p:cNvGrpSpPr/>
          <p:nvPr/>
        </p:nvGrpSpPr>
        <p:grpSpPr>
          <a:xfrm>
            <a:off x="720004" y="3261063"/>
            <a:ext cx="1689042" cy="1031912"/>
            <a:chOff x="3577367" y="1677509"/>
            <a:chExt cx="1393254" cy="851132"/>
          </a:xfrm>
        </p:grpSpPr>
        <p:sp>
          <p:nvSpPr>
            <p:cNvPr id="481" name="Google Shape;481;p29"/>
            <p:cNvSpPr/>
            <p:nvPr/>
          </p:nvSpPr>
          <p:spPr>
            <a:xfrm>
              <a:off x="3605409" y="1677509"/>
              <a:ext cx="1365212" cy="851132"/>
            </a:xfrm>
            <a:custGeom>
              <a:rect b="b" l="l" r="r" t="t"/>
              <a:pathLst>
                <a:path extrusionOk="0" h="1764004" w="2829455">
                  <a:moveTo>
                    <a:pt x="2699484" y="1764004"/>
                  </a:moveTo>
                  <a:lnTo>
                    <a:pt x="129972" y="1764004"/>
                  </a:lnTo>
                  <a:cubicBezTo>
                    <a:pt x="58187" y="1764004"/>
                    <a:pt x="0" y="1705817"/>
                    <a:pt x="0" y="1634032"/>
                  </a:cubicBezTo>
                  <a:lnTo>
                    <a:pt x="0" y="129972"/>
                  </a:lnTo>
                  <a:cubicBezTo>
                    <a:pt x="0" y="58187"/>
                    <a:pt x="58187" y="0"/>
                    <a:pt x="129972" y="0"/>
                  </a:cubicBezTo>
                  <a:lnTo>
                    <a:pt x="2699484" y="0"/>
                  </a:lnTo>
                  <a:cubicBezTo>
                    <a:pt x="2771268" y="0"/>
                    <a:pt x="2829456" y="58187"/>
                    <a:pt x="2829456" y="129972"/>
                  </a:cubicBezTo>
                  <a:lnTo>
                    <a:pt x="2829456" y="1634032"/>
                  </a:lnTo>
                  <a:cubicBezTo>
                    <a:pt x="2829379" y="1705817"/>
                    <a:pt x="2771192" y="1764004"/>
                    <a:pt x="2699484" y="1764004"/>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2" name="Google Shape;482;p29"/>
            <p:cNvSpPr/>
            <p:nvPr/>
          </p:nvSpPr>
          <p:spPr>
            <a:xfrm>
              <a:off x="4660956" y="2269904"/>
              <a:ext cx="172521" cy="33830"/>
            </a:xfrm>
            <a:custGeom>
              <a:rect b="b" l="l" r="r" t="t"/>
              <a:pathLst>
                <a:path extrusionOk="0" h="70113" w="357556">
                  <a:moveTo>
                    <a:pt x="0" y="0"/>
                  </a:moveTo>
                  <a:lnTo>
                    <a:pt x="357556" y="0"/>
                  </a:lnTo>
                  <a:lnTo>
                    <a:pt x="357556" y="70113"/>
                  </a:lnTo>
                  <a:lnTo>
                    <a:pt x="0" y="70113"/>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3" name="Google Shape;483;p29"/>
            <p:cNvSpPr/>
            <p:nvPr/>
          </p:nvSpPr>
          <p:spPr>
            <a:xfrm>
              <a:off x="4660956" y="2102017"/>
              <a:ext cx="172520" cy="127878"/>
            </a:xfrm>
            <a:custGeom>
              <a:rect b="b" l="l" r="r" t="t"/>
              <a:pathLst>
                <a:path extrusionOk="0" h="265033" w="357555">
                  <a:moveTo>
                    <a:pt x="294583" y="265034"/>
                  </a:moveTo>
                  <a:lnTo>
                    <a:pt x="62973" y="265034"/>
                  </a:lnTo>
                  <a:cubicBezTo>
                    <a:pt x="28182" y="265034"/>
                    <a:pt x="0" y="236851"/>
                    <a:pt x="0" y="202061"/>
                  </a:cubicBezTo>
                  <a:lnTo>
                    <a:pt x="0" y="62973"/>
                  </a:lnTo>
                  <a:cubicBezTo>
                    <a:pt x="0" y="28182"/>
                    <a:pt x="28182" y="0"/>
                    <a:pt x="62973" y="0"/>
                  </a:cubicBezTo>
                  <a:lnTo>
                    <a:pt x="294583" y="0"/>
                  </a:lnTo>
                  <a:cubicBezTo>
                    <a:pt x="329374" y="0"/>
                    <a:pt x="357556" y="28182"/>
                    <a:pt x="357556" y="62973"/>
                  </a:cubicBezTo>
                  <a:lnTo>
                    <a:pt x="357556" y="202061"/>
                  </a:lnTo>
                  <a:cubicBezTo>
                    <a:pt x="357556" y="236851"/>
                    <a:pt x="329374" y="265034"/>
                    <a:pt x="294583" y="265034"/>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4" name="Google Shape;484;p29"/>
            <p:cNvSpPr/>
            <p:nvPr/>
          </p:nvSpPr>
          <p:spPr>
            <a:xfrm>
              <a:off x="4660956" y="2337139"/>
              <a:ext cx="110506" cy="3665"/>
            </a:xfrm>
            <a:custGeom>
              <a:rect b="b" l="l" r="r" t="t"/>
              <a:pathLst>
                <a:path extrusionOk="0" h="7596" w="229027">
                  <a:moveTo>
                    <a:pt x="0" y="0"/>
                  </a:moveTo>
                  <a:lnTo>
                    <a:pt x="229027"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5" name="Google Shape;485;p29"/>
            <p:cNvSpPr/>
            <p:nvPr/>
          </p:nvSpPr>
          <p:spPr>
            <a:xfrm>
              <a:off x="4660956" y="2359661"/>
              <a:ext cx="110506" cy="3665"/>
            </a:xfrm>
            <a:custGeom>
              <a:rect b="b" l="l" r="r" t="t"/>
              <a:pathLst>
                <a:path extrusionOk="0" h="7596" w="229027">
                  <a:moveTo>
                    <a:pt x="0" y="0"/>
                  </a:moveTo>
                  <a:lnTo>
                    <a:pt x="229027"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6" name="Google Shape;486;p29"/>
            <p:cNvSpPr/>
            <p:nvPr/>
          </p:nvSpPr>
          <p:spPr>
            <a:xfrm>
              <a:off x="4660956" y="2382146"/>
              <a:ext cx="110506" cy="3665"/>
            </a:xfrm>
            <a:custGeom>
              <a:rect b="b" l="l" r="r" t="t"/>
              <a:pathLst>
                <a:path extrusionOk="0" h="7596" w="229027">
                  <a:moveTo>
                    <a:pt x="0" y="0"/>
                  </a:moveTo>
                  <a:lnTo>
                    <a:pt x="229027"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7" name="Google Shape;487;p29"/>
            <p:cNvSpPr/>
            <p:nvPr/>
          </p:nvSpPr>
          <p:spPr>
            <a:xfrm>
              <a:off x="4561547" y="1677509"/>
              <a:ext cx="3665" cy="851131"/>
            </a:xfrm>
            <a:custGeom>
              <a:rect b="b" l="l" r="r" t="t"/>
              <a:pathLst>
                <a:path extrusionOk="0" h="1764003" w="7596">
                  <a:moveTo>
                    <a:pt x="0" y="0"/>
                  </a:moveTo>
                  <a:lnTo>
                    <a:pt x="0" y="1764004"/>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8" name="Google Shape;488;p29"/>
            <p:cNvSpPr/>
            <p:nvPr/>
          </p:nvSpPr>
          <p:spPr>
            <a:xfrm>
              <a:off x="4402508" y="1677509"/>
              <a:ext cx="3665" cy="851131"/>
            </a:xfrm>
            <a:custGeom>
              <a:rect b="b" l="l" r="r" t="t"/>
              <a:pathLst>
                <a:path extrusionOk="0" h="1764003" w="7596">
                  <a:moveTo>
                    <a:pt x="0" y="0"/>
                  </a:moveTo>
                  <a:lnTo>
                    <a:pt x="0" y="1764004"/>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9" name="Google Shape;489;p29"/>
            <p:cNvSpPr/>
            <p:nvPr/>
          </p:nvSpPr>
          <p:spPr>
            <a:xfrm>
              <a:off x="4243504" y="1677509"/>
              <a:ext cx="3665" cy="851131"/>
            </a:xfrm>
            <a:custGeom>
              <a:rect b="b" l="l" r="r" t="t"/>
              <a:pathLst>
                <a:path extrusionOk="0" h="1764003" w="7596">
                  <a:moveTo>
                    <a:pt x="0" y="0"/>
                  </a:moveTo>
                  <a:lnTo>
                    <a:pt x="0" y="1764004"/>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0" name="Google Shape;490;p29"/>
            <p:cNvSpPr/>
            <p:nvPr/>
          </p:nvSpPr>
          <p:spPr>
            <a:xfrm>
              <a:off x="4084465" y="1677509"/>
              <a:ext cx="3665" cy="851131"/>
            </a:xfrm>
            <a:custGeom>
              <a:rect b="b" l="l" r="r" t="t"/>
              <a:pathLst>
                <a:path extrusionOk="0" h="1764003" w="7596">
                  <a:moveTo>
                    <a:pt x="0" y="0"/>
                  </a:moveTo>
                  <a:lnTo>
                    <a:pt x="0" y="1764004"/>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1" name="Google Shape;491;p29"/>
            <p:cNvSpPr/>
            <p:nvPr/>
          </p:nvSpPr>
          <p:spPr>
            <a:xfrm>
              <a:off x="3925425" y="1677509"/>
              <a:ext cx="3665" cy="851131"/>
            </a:xfrm>
            <a:custGeom>
              <a:rect b="b" l="l" r="r" t="t"/>
              <a:pathLst>
                <a:path extrusionOk="0" h="1764003" w="7596">
                  <a:moveTo>
                    <a:pt x="0" y="0"/>
                  </a:moveTo>
                  <a:lnTo>
                    <a:pt x="0" y="1764004"/>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2" name="Google Shape;492;p29"/>
            <p:cNvSpPr/>
            <p:nvPr/>
          </p:nvSpPr>
          <p:spPr>
            <a:xfrm>
              <a:off x="3766423" y="1677509"/>
              <a:ext cx="3665" cy="851131"/>
            </a:xfrm>
            <a:custGeom>
              <a:rect b="b" l="l" r="r" t="t"/>
              <a:pathLst>
                <a:path extrusionOk="0" h="1764003" w="7596">
                  <a:moveTo>
                    <a:pt x="0" y="0"/>
                  </a:moveTo>
                  <a:lnTo>
                    <a:pt x="0" y="1764004"/>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3" name="Google Shape;493;p29"/>
            <p:cNvSpPr/>
            <p:nvPr/>
          </p:nvSpPr>
          <p:spPr>
            <a:xfrm>
              <a:off x="3605409" y="1916202"/>
              <a:ext cx="958485" cy="400277"/>
            </a:xfrm>
            <a:custGeom>
              <a:rect b="b" l="l" r="r" t="t"/>
              <a:pathLst>
                <a:path extrusionOk="0" h="829589" w="1986498">
                  <a:moveTo>
                    <a:pt x="0" y="607196"/>
                  </a:moveTo>
                  <a:lnTo>
                    <a:pt x="299065" y="409465"/>
                  </a:lnTo>
                  <a:cubicBezTo>
                    <a:pt x="320486" y="395336"/>
                    <a:pt x="348289" y="395716"/>
                    <a:pt x="369330" y="410377"/>
                  </a:cubicBezTo>
                  <a:lnTo>
                    <a:pt x="590229" y="565112"/>
                  </a:lnTo>
                  <a:cubicBezTo>
                    <a:pt x="621754" y="587142"/>
                    <a:pt x="665508" y="575747"/>
                    <a:pt x="682220" y="541184"/>
                  </a:cubicBezTo>
                  <a:lnTo>
                    <a:pt x="926896" y="35273"/>
                  </a:lnTo>
                  <a:cubicBezTo>
                    <a:pt x="951508" y="-15622"/>
                    <a:pt x="1025647" y="-10228"/>
                    <a:pt x="1042663" y="43629"/>
                  </a:cubicBezTo>
                  <a:lnTo>
                    <a:pt x="1277084" y="785936"/>
                  </a:lnTo>
                  <a:cubicBezTo>
                    <a:pt x="1294251" y="840401"/>
                    <a:pt x="1369454" y="845111"/>
                    <a:pt x="1393306" y="793228"/>
                  </a:cubicBezTo>
                  <a:lnTo>
                    <a:pt x="1610635" y="321424"/>
                  </a:lnTo>
                  <a:cubicBezTo>
                    <a:pt x="1630765" y="277670"/>
                    <a:pt x="1690776" y="272277"/>
                    <a:pt x="1718426" y="311701"/>
                  </a:cubicBezTo>
                  <a:lnTo>
                    <a:pt x="1986499" y="693793"/>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4" name="Google Shape;494;p29"/>
            <p:cNvSpPr/>
            <p:nvPr/>
          </p:nvSpPr>
          <p:spPr>
            <a:xfrm>
              <a:off x="3972662" y="2024069"/>
              <a:ext cx="45595" cy="45595"/>
            </a:xfrm>
            <a:custGeom>
              <a:rect b="b" l="l" r="r" t="t"/>
              <a:pathLst>
                <a:path extrusionOk="0" h="94497" w="94497">
                  <a:moveTo>
                    <a:pt x="94497" y="47249"/>
                  </a:moveTo>
                  <a:cubicBezTo>
                    <a:pt x="94497" y="73344"/>
                    <a:pt x="73343" y="94498"/>
                    <a:pt x="47249" y="94498"/>
                  </a:cubicBezTo>
                  <a:cubicBezTo>
                    <a:pt x="21154" y="94498"/>
                    <a:pt x="0" y="73344"/>
                    <a:pt x="0" y="47249"/>
                  </a:cubicBezTo>
                  <a:cubicBezTo>
                    <a:pt x="0" y="21154"/>
                    <a:pt x="21154" y="0"/>
                    <a:pt x="47249" y="0"/>
                  </a:cubicBezTo>
                  <a:cubicBezTo>
                    <a:pt x="73343" y="0"/>
                    <a:pt x="94497" y="21154"/>
                    <a:pt x="94497" y="4724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5" name="Google Shape;495;p29"/>
            <p:cNvSpPr/>
            <p:nvPr/>
          </p:nvSpPr>
          <p:spPr>
            <a:xfrm>
              <a:off x="3664089" y="1827628"/>
              <a:ext cx="317443" cy="189754"/>
            </a:xfrm>
            <a:custGeom>
              <a:rect b="b" l="l" r="r" t="t"/>
              <a:pathLst>
                <a:path extrusionOk="0" h="393272" w="657912">
                  <a:moveTo>
                    <a:pt x="622286" y="386954"/>
                  </a:moveTo>
                  <a:lnTo>
                    <a:pt x="552324" y="315397"/>
                  </a:lnTo>
                  <a:lnTo>
                    <a:pt x="50059" y="315397"/>
                  </a:lnTo>
                  <a:cubicBezTo>
                    <a:pt x="22409" y="315397"/>
                    <a:pt x="0" y="292988"/>
                    <a:pt x="0" y="265337"/>
                  </a:cubicBezTo>
                  <a:lnTo>
                    <a:pt x="0" y="50059"/>
                  </a:lnTo>
                  <a:cubicBezTo>
                    <a:pt x="0" y="22409"/>
                    <a:pt x="22409" y="0"/>
                    <a:pt x="50059" y="0"/>
                  </a:cubicBezTo>
                  <a:lnTo>
                    <a:pt x="607853" y="0"/>
                  </a:lnTo>
                  <a:cubicBezTo>
                    <a:pt x="635503" y="0"/>
                    <a:pt x="657912" y="22409"/>
                    <a:pt x="657912" y="50059"/>
                  </a:cubicBezTo>
                  <a:lnTo>
                    <a:pt x="657912" y="315397"/>
                  </a:lnTo>
                  <a:lnTo>
                    <a:pt x="657912" y="372445"/>
                  </a:lnTo>
                  <a:cubicBezTo>
                    <a:pt x="657912" y="391056"/>
                    <a:pt x="635275" y="400323"/>
                    <a:pt x="622286" y="386954"/>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6" name="Google Shape;496;p29"/>
            <p:cNvSpPr/>
            <p:nvPr/>
          </p:nvSpPr>
          <p:spPr>
            <a:xfrm>
              <a:off x="3577367" y="2429163"/>
              <a:ext cx="53842" cy="3665"/>
            </a:xfrm>
            <a:custGeom>
              <a:rect b="b" l="l" r="r" t="t"/>
              <a:pathLst>
                <a:path extrusionOk="0" h="7596" w="111589">
                  <a:moveTo>
                    <a:pt x="0" y="0"/>
                  </a:moveTo>
                  <a:lnTo>
                    <a:pt x="11158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7" name="Google Shape;497;p29"/>
            <p:cNvSpPr/>
            <p:nvPr/>
          </p:nvSpPr>
          <p:spPr>
            <a:xfrm>
              <a:off x="3577367" y="2318238"/>
              <a:ext cx="53842" cy="3665"/>
            </a:xfrm>
            <a:custGeom>
              <a:rect b="b" l="l" r="r" t="t"/>
              <a:pathLst>
                <a:path extrusionOk="0" h="7596" w="111589">
                  <a:moveTo>
                    <a:pt x="0" y="0"/>
                  </a:moveTo>
                  <a:lnTo>
                    <a:pt x="11158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8" name="Google Shape;498;p29"/>
            <p:cNvSpPr/>
            <p:nvPr/>
          </p:nvSpPr>
          <p:spPr>
            <a:xfrm>
              <a:off x="3577367" y="2207348"/>
              <a:ext cx="53842" cy="3665"/>
            </a:xfrm>
            <a:custGeom>
              <a:rect b="b" l="l" r="r" t="t"/>
              <a:pathLst>
                <a:path extrusionOk="0" h="7596" w="111589">
                  <a:moveTo>
                    <a:pt x="0" y="0"/>
                  </a:moveTo>
                  <a:lnTo>
                    <a:pt x="11158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9" name="Google Shape;499;p29"/>
            <p:cNvSpPr/>
            <p:nvPr/>
          </p:nvSpPr>
          <p:spPr>
            <a:xfrm>
              <a:off x="3577367" y="2096423"/>
              <a:ext cx="53842" cy="3665"/>
            </a:xfrm>
            <a:custGeom>
              <a:rect b="b" l="l" r="r" t="t"/>
              <a:pathLst>
                <a:path extrusionOk="0" h="7596" w="111589">
                  <a:moveTo>
                    <a:pt x="0" y="0"/>
                  </a:moveTo>
                  <a:lnTo>
                    <a:pt x="11158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0" name="Google Shape;500;p29"/>
            <p:cNvSpPr/>
            <p:nvPr/>
          </p:nvSpPr>
          <p:spPr>
            <a:xfrm>
              <a:off x="3577367" y="1985534"/>
              <a:ext cx="53842" cy="3665"/>
            </a:xfrm>
            <a:custGeom>
              <a:rect b="b" l="l" r="r" t="t"/>
              <a:pathLst>
                <a:path extrusionOk="0" h="7596" w="111589">
                  <a:moveTo>
                    <a:pt x="0" y="0"/>
                  </a:moveTo>
                  <a:lnTo>
                    <a:pt x="11158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1" name="Google Shape;501;p29"/>
            <p:cNvSpPr/>
            <p:nvPr/>
          </p:nvSpPr>
          <p:spPr>
            <a:xfrm>
              <a:off x="3577367" y="1874608"/>
              <a:ext cx="53842" cy="3665"/>
            </a:xfrm>
            <a:custGeom>
              <a:rect b="b" l="l" r="r" t="t"/>
              <a:pathLst>
                <a:path extrusionOk="0" h="7596" w="111589">
                  <a:moveTo>
                    <a:pt x="0" y="0"/>
                  </a:moveTo>
                  <a:lnTo>
                    <a:pt x="11158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2" name="Google Shape;502;p29"/>
            <p:cNvSpPr/>
            <p:nvPr/>
          </p:nvSpPr>
          <p:spPr>
            <a:xfrm>
              <a:off x="3577367" y="1763720"/>
              <a:ext cx="53842" cy="3665"/>
            </a:xfrm>
            <a:custGeom>
              <a:rect b="b" l="l" r="r" t="t"/>
              <a:pathLst>
                <a:path extrusionOk="0" h="7596" w="111589">
                  <a:moveTo>
                    <a:pt x="0" y="0"/>
                  </a:moveTo>
                  <a:lnTo>
                    <a:pt x="11158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3" name="Google Shape;503;p29"/>
            <p:cNvSpPr/>
            <p:nvPr/>
          </p:nvSpPr>
          <p:spPr>
            <a:xfrm>
              <a:off x="4293447" y="2127573"/>
              <a:ext cx="83273" cy="83273"/>
            </a:xfrm>
            <a:custGeom>
              <a:rect b="b" l="l" r="r" t="t"/>
              <a:pathLst>
                <a:path extrusionOk="0" h="172587" w="172587">
                  <a:moveTo>
                    <a:pt x="172587" y="86294"/>
                  </a:moveTo>
                  <a:cubicBezTo>
                    <a:pt x="172587" y="133952"/>
                    <a:pt x="133952" y="172587"/>
                    <a:pt x="86293" y="172587"/>
                  </a:cubicBezTo>
                  <a:cubicBezTo>
                    <a:pt x="38635" y="172587"/>
                    <a:pt x="0" y="133952"/>
                    <a:pt x="0" y="86294"/>
                  </a:cubicBezTo>
                  <a:cubicBezTo>
                    <a:pt x="0" y="38635"/>
                    <a:pt x="38635" y="0"/>
                    <a:pt x="86293" y="0"/>
                  </a:cubicBezTo>
                  <a:cubicBezTo>
                    <a:pt x="133952" y="0"/>
                    <a:pt x="172587" y="38635"/>
                    <a:pt x="172587" y="86294"/>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4" name="Google Shape;504;p29"/>
            <p:cNvSpPr/>
            <p:nvPr/>
          </p:nvSpPr>
          <p:spPr>
            <a:xfrm>
              <a:off x="4561547" y="1738602"/>
              <a:ext cx="406653" cy="3665"/>
            </a:xfrm>
            <a:custGeom>
              <a:rect b="b" l="l" r="r" t="t"/>
              <a:pathLst>
                <a:path extrusionOk="0" h="7596" w="842805">
                  <a:moveTo>
                    <a:pt x="842805" y="0"/>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05" name="Google Shape;505;p29"/>
          <p:cNvGrpSpPr/>
          <p:nvPr/>
        </p:nvGrpSpPr>
        <p:grpSpPr>
          <a:xfrm>
            <a:off x="1611167" y="1574806"/>
            <a:ext cx="1518587" cy="1233056"/>
            <a:chOff x="7329141" y="362469"/>
            <a:chExt cx="1022136" cy="829949"/>
          </a:xfrm>
        </p:grpSpPr>
        <p:sp>
          <p:nvSpPr>
            <p:cNvPr id="506" name="Google Shape;506;p29"/>
            <p:cNvSpPr/>
            <p:nvPr/>
          </p:nvSpPr>
          <p:spPr>
            <a:xfrm>
              <a:off x="7329141" y="362469"/>
              <a:ext cx="1022136" cy="829949"/>
            </a:xfrm>
            <a:custGeom>
              <a:rect b="b" l="l" r="r" t="t"/>
              <a:pathLst>
                <a:path extrusionOk="0" h="1544092" w="1901648">
                  <a:moveTo>
                    <a:pt x="1770840" y="1544092"/>
                  </a:moveTo>
                  <a:lnTo>
                    <a:pt x="130807" y="1544092"/>
                  </a:lnTo>
                  <a:cubicBezTo>
                    <a:pt x="58567" y="1544092"/>
                    <a:pt x="0" y="1485525"/>
                    <a:pt x="0" y="1413285"/>
                  </a:cubicBezTo>
                  <a:lnTo>
                    <a:pt x="0" y="130808"/>
                  </a:lnTo>
                  <a:cubicBezTo>
                    <a:pt x="0" y="58567"/>
                    <a:pt x="58567" y="0"/>
                    <a:pt x="130807" y="0"/>
                  </a:cubicBezTo>
                  <a:lnTo>
                    <a:pt x="1770840" y="0"/>
                  </a:lnTo>
                  <a:cubicBezTo>
                    <a:pt x="1843081" y="0"/>
                    <a:pt x="1901648" y="58567"/>
                    <a:pt x="1901648" y="130808"/>
                  </a:cubicBezTo>
                  <a:lnTo>
                    <a:pt x="1901648" y="1413285"/>
                  </a:lnTo>
                  <a:cubicBezTo>
                    <a:pt x="1901648" y="1485449"/>
                    <a:pt x="1843081" y="1544092"/>
                    <a:pt x="1770840" y="1544092"/>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7" name="Google Shape;507;p29"/>
            <p:cNvSpPr/>
            <p:nvPr/>
          </p:nvSpPr>
          <p:spPr>
            <a:xfrm>
              <a:off x="7479397" y="507863"/>
              <a:ext cx="275724" cy="489918"/>
            </a:xfrm>
            <a:custGeom>
              <a:rect b="b" l="l" r="r" t="t"/>
              <a:pathLst>
                <a:path extrusionOk="0" h="911475" w="512975">
                  <a:moveTo>
                    <a:pt x="512976" y="0"/>
                  </a:moveTo>
                  <a:cubicBezTo>
                    <a:pt x="229635" y="0"/>
                    <a:pt x="0" y="229635"/>
                    <a:pt x="0" y="512976"/>
                  </a:cubicBezTo>
                  <a:cubicBezTo>
                    <a:pt x="0" y="673864"/>
                    <a:pt x="74064" y="817434"/>
                    <a:pt x="189983" y="911476"/>
                  </a:cubicBezTo>
                  <a:lnTo>
                    <a:pt x="512976" y="512976"/>
                  </a:lnTo>
                  <a:lnTo>
                    <a:pt x="512976"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508" name="Google Shape;508;p29"/>
            <p:cNvGrpSpPr/>
            <p:nvPr/>
          </p:nvGrpSpPr>
          <p:grpSpPr>
            <a:xfrm>
              <a:off x="7581570" y="507863"/>
              <a:ext cx="449624" cy="551756"/>
              <a:chOff x="6727477" y="1096947"/>
              <a:chExt cx="836044" cy="1025951"/>
            </a:xfrm>
          </p:grpSpPr>
          <p:sp>
            <p:nvSpPr>
              <p:cNvPr id="509" name="Google Shape;509;p29"/>
              <p:cNvSpPr/>
              <p:nvPr/>
            </p:nvSpPr>
            <p:spPr>
              <a:xfrm>
                <a:off x="7050546" y="1096947"/>
                <a:ext cx="512975" cy="1014176"/>
              </a:xfrm>
              <a:custGeom>
                <a:rect b="b" l="l" r="r" t="t"/>
                <a:pathLst>
                  <a:path extrusionOk="0" h="1014176" w="512975">
                    <a:moveTo>
                      <a:pt x="512976" y="512976"/>
                    </a:moveTo>
                    <a:cubicBezTo>
                      <a:pt x="512976" y="229635"/>
                      <a:pt x="283341" y="0"/>
                      <a:pt x="0" y="0"/>
                    </a:cubicBezTo>
                    <a:lnTo>
                      <a:pt x="0" y="512976"/>
                    </a:lnTo>
                    <a:lnTo>
                      <a:pt x="109538" y="1014177"/>
                    </a:lnTo>
                    <a:cubicBezTo>
                      <a:pt x="340161" y="963966"/>
                      <a:pt x="512976" y="758639"/>
                      <a:pt x="512976" y="512976"/>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0" name="Google Shape;510;p29"/>
              <p:cNvSpPr/>
              <p:nvPr/>
            </p:nvSpPr>
            <p:spPr>
              <a:xfrm>
                <a:off x="6727477" y="1609923"/>
                <a:ext cx="432531" cy="512975"/>
              </a:xfrm>
              <a:custGeom>
                <a:rect b="b" l="l" r="r" t="t"/>
                <a:pathLst>
                  <a:path extrusionOk="0" h="512975" w="432531">
                    <a:moveTo>
                      <a:pt x="0" y="398500"/>
                    </a:moveTo>
                    <a:cubicBezTo>
                      <a:pt x="88192" y="470057"/>
                      <a:pt x="200617" y="512976"/>
                      <a:pt x="322993" y="512976"/>
                    </a:cubicBezTo>
                    <a:cubicBezTo>
                      <a:pt x="360594" y="512976"/>
                      <a:pt x="397208" y="508874"/>
                      <a:pt x="432531" y="501201"/>
                    </a:cubicBezTo>
                    <a:lnTo>
                      <a:pt x="322993" y="0"/>
                    </a:lnTo>
                    <a:lnTo>
                      <a:pt x="0" y="39850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511" name="Google Shape;511;p29"/>
            <p:cNvSpPr/>
            <p:nvPr/>
          </p:nvSpPr>
          <p:spPr>
            <a:xfrm>
              <a:off x="7755275" y="507863"/>
              <a:ext cx="222278" cy="438881"/>
            </a:xfrm>
            <a:custGeom>
              <a:rect b="b" l="l" r="r" t="t"/>
              <a:pathLst>
                <a:path extrusionOk="0" h="816522" w="413540">
                  <a:moveTo>
                    <a:pt x="0" y="0"/>
                  </a:moveTo>
                  <a:lnTo>
                    <a:pt x="0" y="512976"/>
                  </a:lnTo>
                  <a:lnTo>
                    <a:pt x="413541" y="816522"/>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2" name="Google Shape;512;p29"/>
            <p:cNvSpPr/>
            <p:nvPr/>
          </p:nvSpPr>
          <p:spPr>
            <a:xfrm>
              <a:off x="7918481" y="577354"/>
              <a:ext cx="207620" cy="40707"/>
            </a:xfrm>
            <a:custGeom>
              <a:rect b="b" l="l" r="r" t="t"/>
              <a:pathLst>
                <a:path extrusionOk="0" h="75734" w="386269">
                  <a:moveTo>
                    <a:pt x="0" y="0"/>
                  </a:moveTo>
                  <a:lnTo>
                    <a:pt x="386270" y="0"/>
                  </a:lnTo>
                  <a:lnTo>
                    <a:pt x="386270" y="75735"/>
                  </a:lnTo>
                  <a:lnTo>
                    <a:pt x="0" y="75735"/>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3" name="Google Shape;513;p29"/>
            <p:cNvSpPr/>
            <p:nvPr/>
          </p:nvSpPr>
          <p:spPr>
            <a:xfrm>
              <a:off x="7986379" y="855683"/>
              <a:ext cx="207620" cy="40707"/>
            </a:xfrm>
            <a:custGeom>
              <a:rect b="b" l="l" r="r" t="t"/>
              <a:pathLst>
                <a:path extrusionOk="0" h="75734" w="386269">
                  <a:moveTo>
                    <a:pt x="0" y="0"/>
                  </a:moveTo>
                  <a:lnTo>
                    <a:pt x="386270" y="0"/>
                  </a:lnTo>
                  <a:lnTo>
                    <a:pt x="386270" y="75735"/>
                  </a:lnTo>
                  <a:lnTo>
                    <a:pt x="0" y="75735"/>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4" name="Google Shape;514;p29"/>
            <p:cNvSpPr/>
            <p:nvPr/>
          </p:nvSpPr>
          <p:spPr>
            <a:xfrm>
              <a:off x="8078706" y="664248"/>
              <a:ext cx="132983" cy="4083"/>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5" name="Google Shape;515;p29"/>
            <p:cNvSpPr/>
            <p:nvPr/>
          </p:nvSpPr>
          <p:spPr>
            <a:xfrm>
              <a:off x="8078706" y="691415"/>
              <a:ext cx="132983" cy="4083"/>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6" name="Google Shape;516;p29"/>
            <p:cNvSpPr/>
            <p:nvPr/>
          </p:nvSpPr>
          <p:spPr>
            <a:xfrm>
              <a:off x="8078706" y="718541"/>
              <a:ext cx="132983" cy="4083"/>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7" name="Google Shape;517;p29"/>
            <p:cNvSpPr/>
            <p:nvPr/>
          </p:nvSpPr>
          <p:spPr>
            <a:xfrm>
              <a:off x="8078706" y="946989"/>
              <a:ext cx="132983" cy="4083"/>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8" name="Google Shape;518;p29"/>
            <p:cNvSpPr/>
            <p:nvPr/>
          </p:nvSpPr>
          <p:spPr>
            <a:xfrm>
              <a:off x="8078706" y="974156"/>
              <a:ext cx="132983" cy="4083"/>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9" name="Google Shape;519;p29"/>
            <p:cNvSpPr/>
            <p:nvPr/>
          </p:nvSpPr>
          <p:spPr>
            <a:xfrm>
              <a:off x="8078706" y="1001323"/>
              <a:ext cx="132983" cy="4083"/>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3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Min-Max Normalization</a:t>
            </a:r>
            <a:endParaRPr/>
          </a:p>
        </p:txBody>
      </p:sp>
      <p:sp>
        <p:nvSpPr>
          <p:cNvPr id="525" name="Google Shape;525;p30"/>
          <p:cNvSpPr txBox="1"/>
          <p:nvPr>
            <p:ph idx="4294967295" type="body"/>
          </p:nvPr>
        </p:nvSpPr>
        <p:spPr>
          <a:xfrm>
            <a:off x="726450" y="1052050"/>
            <a:ext cx="7704000" cy="111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Min-max scaling is very often simply called ‘normalization.’ It transforms features to a specified range, typically between 0 and 1.</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sz="1600">
                <a:solidFill>
                  <a:srgbClr val="FF0000"/>
                </a:solidFill>
              </a:rPr>
              <a:t>**</a:t>
            </a:r>
            <a:r>
              <a:rPr lang="en"/>
              <a:t> Sensitive to outliers and the range of the data</a:t>
            </a:r>
            <a:endParaRPr/>
          </a:p>
        </p:txBody>
      </p:sp>
      <p:pic>
        <p:nvPicPr>
          <p:cNvPr id="526" name="Google Shape;526;p30"/>
          <p:cNvPicPr preferRelativeResize="0"/>
          <p:nvPr/>
        </p:nvPicPr>
        <p:blipFill>
          <a:blip r:embed="rId3">
            <a:alphaModFix/>
          </a:blip>
          <a:stretch>
            <a:fillRect/>
          </a:stretch>
        </p:blipFill>
        <p:spPr>
          <a:xfrm>
            <a:off x="152400" y="2546050"/>
            <a:ext cx="8839201" cy="195946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3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Z-Score Normalization (Standardization)</a:t>
            </a:r>
            <a:endParaRPr/>
          </a:p>
        </p:txBody>
      </p:sp>
      <p:sp>
        <p:nvSpPr>
          <p:cNvPr id="532" name="Google Shape;532;p31"/>
          <p:cNvSpPr txBox="1"/>
          <p:nvPr>
            <p:ph idx="4294967295" type="body"/>
          </p:nvPr>
        </p:nvSpPr>
        <p:spPr>
          <a:xfrm>
            <a:off x="726450" y="1052050"/>
            <a:ext cx="7821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Z-score normalization (standardization) assumes a Gaussian (bell curve) distribution of the data and transforms features to have a mean (μ) of 0 and a standard deviation (σ) of 1.</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sz="1600">
                <a:solidFill>
                  <a:srgbClr val="FF0000"/>
                </a:solidFill>
              </a:rPr>
              <a:t>**</a:t>
            </a:r>
            <a:r>
              <a:rPr lang="en"/>
              <a:t> Less sensitive to outliers due to the use of the mean and standard deviation.</a:t>
            </a:r>
            <a:endParaRPr/>
          </a:p>
        </p:txBody>
      </p:sp>
      <p:pic>
        <p:nvPicPr>
          <p:cNvPr id="533" name="Google Shape;533;p31"/>
          <p:cNvPicPr preferRelativeResize="0"/>
          <p:nvPr/>
        </p:nvPicPr>
        <p:blipFill>
          <a:blip r:embed="rId3">
            <a:alphaModFix/>
          </a:blip>
          <a:stretch>
            <a:fillRect/>
          </a:stretch>
        </p:blipFill>
        <p:spPr>
          <a:xfrm>
            <a:off x="152400" y="2420650"/>
            <a:ext cx="8839199" cy="239471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3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Decimal Scaling Normalization</a:t>
            </a:r>
            <a:endParaRPr/>
          </a:p>
        </p:txBody>
      </p:sp>
      <p:sp>
        <p:nvSpPr>
          <p:cNvPr id="539" name="Google Shape;539;p32"/>
          <p:cNvSpPr txBox="1"/>
          <p:nvPr>
            <p:ph idx="4294967295" type="body"/>
          </p:nvPr>
        </p:nvSpPr>
        <p:spPr>
          <a:xfrm>
            <a:off x="726450" y="1052050"/>
            <a:ext cx="7821300" cy="144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objective of decimal scaling normalization is to scale the feature values by a power of 10, ensuring that the largest absolute value in each feature becomes less than 1.</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sz="1600">
                <a:solidFill>
                  <a:srgbClr val="FF0000"/>
                </a:solidFill>
              </a:rPr>
              <a:t>**</a:t>
            </a:r>
            <a:r>
              <a:rPr lang="en"/>
              <a:t> It is particularly useful when the relative size or magnitude of the values is more important than their exact numerical scale.</a:t>
            </a:r>
            <a:endParaRPr/>
          </a:p>
        </p:txBody>
      </p:sp>
      <p:pic>
        <p:nvPicPr>
          <p:cNvPr id="540" name="Google Shape;540;p32"/>
          <p:cNvPicPr preferRelativeResize="0"/>
          <p:nvPr/>
        </p:nvPicPr>
        <p:blipFill>
          <a:blip r:embed="rId3">
            <a:alphaModFix/>
          </a:blip>
          <a:stretch>
            <a:fillRect/>
          </a:stretch>
        </p:blipFill>
        <p:spPr>
          <a:xfrm>
            <a:off x="152400" y="2496850"/>
            <a:ext cx="8839199" cy="18019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33"/>
          <p:cNvSpPr txBox="1"/>
          <p:nvPr>
            <p:ph idx="1" type="subTitle"/>
          </p:nvPr>
        </p:nvSpPr>
        <p:spPr>
          <a:xfrm>
            <a:off x="720075" y="1077500"/>
            <a:ext cx="7754400" cy="14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Apply the following normalization techniques to the Iris dataset i (considering the statistics table of these attributes):</a:t>
            </a:r>
            <a:endParaRPr/>
          </a:p>
          <a:p>
            <a:pPr indent="-317500" lvl="0" marL="914400" rtl="0" algn="l">
              <a:spcBef>
                <a:spcPts val="0"/>
              </a:spcBef>
              <a:spcAft>
                <a:spcPts val="0"/>
              </a:spcAft>
              <a:buSzPts val="1400"/>
              <a:buAutoNum type="arabicPeriod"/>
            </a:pPr>
            <a:r>
              <a:rPr lang="en"/>
              <a:t>Min-Max Normalization</a:t>
            </a:r>
            <a:endParaRPr/>
          </a:p>
          <a:p>
            <a:pPr indent="-317500" lvl="0" marL="914400" rtl="0" algn="l">
              <a:spcBef>
                <a:spcPts val="0"/>
              </a:spcBef>
              <a:spcAft>
                <a:spcPts val="0"/>
              </a:spcAft>
              <a:buSzPts val="1400"/>
              <a:buAutoNum type="arabicPeriod"/>
            </a:pPr>
            <a:r>
              <a:rPr lang="en"/>
              <a:t>Z-score Normalization</a:t>
            </a:r>
            <a:endParaRPr/>
          </a:p>
          <a:p>
            <a:pPr indent="-317500" lvl="0" marL="914400" rtl="0" algn="l">
              <a:spcBef>
                <a:spcPts val="0"/>
              </a:spcBef>
              <a:spcAft>
                <a:spcPts val="0"/>
              </a:spcAft>
              <a:buSzPts val="1400"/>
              <a:buAutoNum type="arabicPeriod"/>
            </a:pPr>
            <a:r>
              <a:rPr lang="en"/>
              <a:t>Decimal Scaling Normalization</a:t>
            </a:r>
            <a:endParaRPr/>
          </a:p>
          <a:p>
            <a:pPr indent="0" lvl="0" marL="0" rtl="0" algn="l">
              <a:spcBef>
                <a:spcPts val="0"/>
              </a:spcBef>
              <a:spcAft>
                <a:spcPts val="0"/>
              </a:spcAft>
              <a:buNone/>
            </a:pPr>
            <a:r>
              <a:t/>
            </a:r>
            <a:endParaRPr/>
          </a:p>
        </p:txBody>
      </p:sp>
      <p:sp>
        <p:nvSpPr>
          <p:cNvPr id="546" name="Google Shape;546;p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 2</a:t>
            </a:r>
            <a:endParaRPr/>
          </a:p>
        </p:txBody>
      </p:sp>
      <p:grpSp>
        <p:nvGrpSpPr>
          <p:cNvPr id="547" name="Google Shape;547;p33"/>
          <p:cNvGrpSpPr/>
          <p:nvPr/>
        </p:nvGrpSpPr>
        <p:grpSpPr>
          <a:xfrm>
            <a:off x="350755" y="4018677"/>
            <a:ext cx="902056" cy="901976"/>
            <a:chOff x="4246593" y="503852"/>
            <a:chExt cx="902056" cy="901976"/>
          </a:xfrm>
        </p:grpSpPr>
        <p:grpSp>
          <p:nvGrpSpPr>
            <p:cNvPr id="548" name="Google Shape;548;p33"/>
            <p:cNvGrpSpPr/>
            <p:nvPr/>
          </p:nvGrpSpPr>
          <p:grpSpPr>
            <a:xfrm>
              <a:off x="4246593" y="503900"/>
              <a:ext cx="901831" cy="901928"/>
              <a:chOff x="5998919" y="3270921"/>
              <a:chExt cx="1426046" cy="1426198"/>
            </a:xfrm>
          </p:grpSpPr>
          <p:sp>
            <p:nvSpPr>
              <p:cNvPr id="549" name="Google Shape;549;p33"/>
              <p:cNvSpPr/>
              <p:nvPr/>
            </p:nvSpPr>
            <p:spPr>
              <a:xfrm>
                <a:off x="5998919" y="3270921"/>
                <a:ext cx="713137" cy="713137"/>
              </a:xfrm>
              <a:custGeom>
                <a:rect b="b" l="l" r="r" t="t"/>
                <a:pathLst>
                  <a:path extrusionOk="0" h="713137" w="713137">
                    <a:moveTo>
                      <a:pt x="713137" y="521407"/>
                    </a:moveTo>
                    <a:lnTo>
                      <a:pt x="713137" y="0"/>
                    </a:lnTo>
                    <a:cubicBezTo>
                      <a:pt x="319271" y="0"/>
                      <a:pt x="0" y="319271"/>
                      <a:pt x="0" y="713137"/>
                    </a:cubicBezTo>
                    <a:lnTo>
                      <a:pt x="521408" y="713137"/>
                    </a:lnTo>
                    <a:cubicBezTo>
                      <a:pt x="521408" y="607245"/>
                      <a:pt x="607245" y="521407"/>
                      <a:pt x="713137" y="52140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0" name="Google Shape;550;p33"/>
              <p:cNvSpPr/>
              <p:nvPr/>
            </p:nvSpPr>
            <p:spPr>
              <a:xfrm>
                <a:off x="5998919" y="3983982"/>
                <a:ext cx="1426046" cy="713137"/>
              </a:xfrm>
              <a:custGeom>
                <a:rect b="b" l="l" r="r" t="t"/>
                <a:pathLst>
                  <a:path extrusionOk="0" h="713137" w="1426046">
                    <a:moveTo>
                      <a:pt x="904715" y="5165"/>
                    </a:moveTo>
                    <a:cubicBezTo>
                      <a:pt x="901981" y="108702"/>
                      <a:pt x="817282" y="191730"/>
                      <a:pt x="713137" y="191730"/>
                    </a:cubicBezTo>
                    <a:cubicBezTo>
                      <a:pt x="607245" y="191730"/>
                      <a:pt x="521408" y="105892"/>
                      <a:pt x="521408" y="0"/>
                    </a:cubicBezTo>
                    <a:lnTo>
                      <a:pt x="0" y="0"/>
                    </a:lnTo>
                    <a:cubicBezTo>
                      <a:pt x="0" y="393866"/>
                      <a:pt x="319271" y="713137"/>
                      <a:pt x="713137" y="713137"/>
                    </a:cubicBezTo>
                    <a:cubicBezTo>
                      <a:pt x="1100623" y="713137"/>
                      <a:pt x="1415867" y="404121"/>
                      <a:pt x="1426047" y="19067"/>
                    </a:cubicBezTo>
                    <a:lnTo>
                      <a:pt x="904715" y="51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551" name="Google Shape;551;p33"/>
            <p:cNvSpPr/>
            <p:nvPr/>
          </p:nvSpPr>
          <p:spPr>
            <a:xfrm>
              <a:off x="4783305" y="636091"/>
              <a:ext cx="365344" cy="330991"/>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2" name="Google Shape;552;p33"/>
            <p:cNvSpPr/>
            <p:nvPr/>
          </p:nvSpPr>
          <p:spPr>
            <a:xfrm>
              <a:off x="4810784" y="788761"/>
              <a:ext cx="309659" cy="122566"/>
            </a:xfrm>
            <a:custGeom>
              <a:rect b="b" l="l" r="r" t="t"/>
              <a:pathLst>
                <a:path extrusionOk="0" h="193780" w="489579">
                  <a:moveTo>
                    <a:pt x="0" y="193781"/>
                  </a:moveTo>
                  <a:lnTo>
                    <a:pt x="48957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553" name="Google Shape;553;p33"/>
            <p:cNvGrpSpPr/>
            <p:nvPr/>
          </p:nvGrpSpPr>
          <p:grpSpPr>
            <a:xfrm>
              <a:off x="4246593" y="503852"/>
              <a:ext cx="901928" cy="901976"/>
              <a:chOff x="5998919" y="3270845"/>
              <a:chExt cx="1426198" cy="1426274"/>
            </a:xfrm>
          </p:grpSpPr>
          <p:sp>
            <p:nvSpPr>
              <p:cNvPr id="554" name="Google Shape;554;p33"/>
              <p:cNvSpPr/>
              <p:nvPr/>
            </p:nvSpPr>
            <p:spPr>
              <a:xfrm>
                <a:off x="6712056" y="3270845"/>
                <a:ext cx="504239" cy="577619"/>
              </a:xfrm>
              <a:custGeom>
                <a:rect b="b" l="l" r="r" t="t"/>
                <a:pathLst>
                  <a:path extrusionOk="0" h="577619" w="504239">
                    <a:moveTo>
                      <a:pt x="135518" y="577620"/>
                    </a:moveTo>
                    <a:lnTo>
                      <a:pt x="504240" y="208897"/>
                    </a:lnTo>
                    <a:cubicBezTo>
                      <a:pt x="375179" y="79837"/>
                      <a:pt x="196895" y="0"/>
                      <a:pt x="0" y="0"/>
                    </a:cubicBezTo>
                    <a:lnTo>
                      <a:pt x="0" y="521408"/>
                    </a:lnTo>
                    <a:cubicBezTo>
                      <a:pt x="52946" y="521483"/>
                      <a:pt x="100879" y="542905"/>
                      <a:pt x="135518" y="57762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5" name="Google Shape;555;p33"/>
              <p:cNvSpPr/>
              <p:nvPr/>
            </p:nvSpPr>
            <p:spPr>
              <a:xfrm>
                <a:off x="6847498" y="3479895"/>
                <a:ext cx="577619" cy="523306"/>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6" name="Google Shape;556;p33"/>
              <p:cNvSpPr/>
              <p:nvPr/>
            </p:nvSpPr>
            <p:spPr>
              <a:xfrm>
                <a:off x="5998919" y="3270845"/>
                <a:ext cx="1426046" cy="1426274"/>
              </a:xfrm>
              <a:custGeom>
                <a:rect b="b" l="l" r="r" t="t"/>
                <a:pathLst>
                  <a:path extrusionOk="0" h="1426274" w="1426046">
                    <a:moveTo>
                      <a:pt x="904715" y="718303"/>
                    </a:moveTo>
                    <a:cubicBezTo>
                      <a:pt x="901981" y="821840"/>
                      <a:pt x="817282" y="904867"/>
                      <a:pt x="713137" y="904867"/>
                    </a:cubicBezTo>
                    <a:cubicBezTo>
                      <a:pt x="607245" y="904867"/>
                      <a:pt x="521408" y="819029"/>
                      <a:pt x="521408" y="713137"/>
                    </a:cubicBezTo>
                    <a:cubicBezTo>
                      <a:pt x="521408" y="607245"/>
                      <a:pt x="607245" y="521408"/>
                      <a:pt x="713137" y="521408"/>
                    </a:cubicBezTo>
                    <a:lnTo>
                      <a:pt x="713137" y="0"/>
                    </a:lnTo>
                    <a:cubicBezTo>
                      <a:pt x="319271" y="0"/>
                      <a:pt x="0" y="319271"/>
                      <a:pt x="0" y="713137"/>
                    </a:cubicBezTo>
                    <a:cubicBezTo>
                      <a:pt x="0" y="1107003"/>
                      <a:pt x="319271" y="1426274"/>
                      <a:pt x="713137" y="1426274"/>
                    </a:cubicBezTo>
                    <a:cubicBezTo>
                      <a:pt x="1100623" y="1426274"/>
                      <a:pt x="1415867" y="1117258"/>
                      <a:pt x="1426047" y="732204"/>
                    </a:cubicBezTo>
                    <a:lnTo>
                      <a:pt x="904715" y="718303"/>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pic>
        <p:nvPicPr>
          <p:cNvPr id="557" name="Google Shape;557;p33"/>
          <p:cNvPicPr preferRelativeResize="0"/>
          <p:nvPr/>
        </p:nvPicPr>
        <p:blipFill>
          <a:blip r:embed="rId3">
            <a:alphaModFix/>
          </a:blip>
          <a:stretch>
            <a:fillRect/>
          </a:stretch>
        </p:blipFill>
        <p:spPr>
          <a:xfrm>
            <a:off x="5149775" y="3179497"/>
            <a:ext cx="3880475" cy="1253450"/>
          </a:xfrm>
          <a:prstGeom prst="rect">
            <a:avLst/>
          </a:prstGeom>
          <a:noFill/>
          <a:ln>
            <a:noFill/>
          </a:ln>
        </p:spPr>
      </p:pic>
      <p:pic>
        <p:nvPicPr>
          <p:cNvPr id="558" name="Google Shape;558;p33"/>
          <p:cNvPicPr preferRelativeResize="0"/>
          <p:nvPr/>
        </p:nvPicPr>
        <p:blipFill>
          <a:blip r:embed="rId4">
            <a:alphaModFix/>
          </a:blip>
          <a:stretch>
            <a:fillRect/>
          </a:stretch>
        </p:blipFill>
        <p:spPr>
          <a:xfrm>
            <a:off x="175300" y="2691800"/>
            <a:ext cx="4572000" cy="22288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34"/>
          <p:cNvSpPr txBox="1"/>
          <p:nvPr>
            <p:ph idx="1" type="subTitle"/>
          </p:nvPr>
        </p:nvSpPr>
        <p:spPr>
          <a:xfrm>
            <a:off x="720075" y="1077500"/>
            <a:ext cx="7754400" cy="3987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AutoNum type="arabicPeriod"/>
            </a:pPr>
            <a:r>
              <a:rPr b="1" lang="en"/>
              <a:t>Min-Max Normalization (Sepal length)</a:t>
            </a:r>
            <a:endParaRPr b="1"/>
          </a:p>
        </p:txBody>
      </p:sp>
      <p:sp>
        <p:nvSpPr>
          <p:cNvPr id="564" name="Google Shape;564;p3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 2</a:t>
            </a:r>
            <a:endParaRPr/>
          </a:p>
        </p:txBody>
      </p:sp>
      <p:grpSp>
        <p:nvGrpSpPr>
          <p:cNvPr id="565" name="Google Shape;565;p34"/>
          <p:cNvGrpSpPr/>
          <p:nvPr/>
        </p:nvGrpSpPr>
        <p:grpSpPr>
          <a:xfrm>
            <a:off x="350755" y="4018677"/>
            <a:ext cx="902056" cy="901976"/>
            <a:chOff x="4246593" y="503852"/>
            <a:chExt cx="902056" cy="901976"/>
          </a:xfrm>
        </p:grpSpPr>
        <p:grpSp>
          <p:nvGrpSpPr>
            <p:cNvPr id="566" name="Google Shape;566;p34"/>
            <p:cNvGrpSpPr/>
            <p:nvPr/>
          </p:nvGrpSpPr>
          <p:grpSpPr>
            <a:xfrm>
              <a:off x="4246593" y="503900"/>
              <a:ext cx="901831" cy="901928"/>
              <a:chOff x="5998919" y="3270921"/>
              <a:chExt cx="1426046" cy="1426198"/>
            </a:xfrm>
          </p:grpSpPr>
          <p:sp>
            <p:nvSpPr>
              <p:cNvPr id="567" name="Google Shape;567;p34"/>
              <p:cNvSpPr/>
              <p:nvPr/>
            </p:nvSpPr>
            <p:spPr>
              <a:xfrm>
                <a:off x="5998919" y="3270921"/>
                <a:ext cx="713137" cy="713137"/>
              </a:xfrm>
              <a:custGeom>
                <a:rect b="b" l="l" r="r" t="t"/>
                <a:pathLst>
                  <a:path extrusionOk="0" h="713137" w="713137">
                    <a:moveTo>
                      <a:pt x="713137" y="521407"/>
                    </a:moveTo>
                    <a:lnTo>
                      <a:pt x="713137" y="0"/>
                    </a:lnTo>
                    <a:cubicBezTo>
                      <a:pt x="319271" y="0"/>
                      <a:pt x="0" y="319271"/>
                      <a:pt x="0" y="713137"/>
                    </a:cubicBezTo>
                    <a:lnTo>
                      <a:pt x="521408" y="713137"/>
                    </a:lnTo>
                    <a:cubicBezTo>
                      <a:pt x="521408" y="607245"/>
                      <a:pt x="607245" y="521407"/>
                      <a:pt x="713137" y="52140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8" name="Google Shape;568;p34"/>
              <p:cNvSpPr/>
              <p:nvPr/>
            </p:nvSpPr>
            <p:spPr>
              <a:xfrm>
                <a:off x="5998919" y="3983982"/>
                <a:ext cx="1426046" cy="713137"/>
              </a:xfrm>
              <a:custGeom>
                <a:rect b="b" l="l" r="r" t="t"/>
                <a:pathLst>
                  <a:path extrusionOk="0" h="713137" w="1426046">
                    <a:moveTo>
                      <a:pt x="904715" y="5165"/>
                    </a:moveTo>
                    <a:cubicBezTo>
                      <a:pt x="901981" y="108702"/>
                      <a:pt x="817282" y="191730"/>
                      <a:pt x="713137" y="191730"/>
                    </a:cubicBezTo>
                    <a:cubicBezTo>
                      <a:pt x="607245" y="191730"/>
                      <a:pt x="521408" y="105892"/>
                      <a:pt x="521408" y="0"/>
                    </a:cubicBezTo>
                    <a:lnTo>
                      <a:pt x="0" y="0"/>
                    </a:lnTo>
                    <a:cubicBezTo>
                      <a:pt x="0" y="393866"/>
                      <a:pt x="319271" y="713137"/>
                      <a:pt x="713137" y="713137"/>
                    </a:cubicBezTo>
                    <a:cubicBezTo>
                      <a:pt x="1100623" y="713137"/>
                      <a:pt x="1415867" y="404121"/>
                      <a:pt x="1426047" y="19067"/>
                    </a:cubicBezTo>
                    <a:lnTo>
                      <a:pt x="904715" y="51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569" name="Google Shape;569;p34"/>
            <p:cNvSpPr/>
            <p:nvPr/>
          </p:nvSpPr>
          <p:spPr>
            <a:xfrm>
              <a:off x="4783305" y="636091"/>
              <a:ext cx="365344" cy="330991"/>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0" name="Google Shape;570;p34"/>
            <p:cNvSpPr/>
            <p:nvPr/>
          </p:nvSpPr>
          <p:spPr>
            <a:xfrm>
              <a:off x="4810784" y="788761"/>
              <a:ext cx="309659" cy="122566"/>
            </a:xfrm>
            <a:custGeom>
              <a:rect b="b" l="l" r="r" t="t"/>
              <a:pathLst>
                <a:path extrusionOk="0" h="193780" w="489579">
                  <a:moveTo>
                    <a:pt x="0" y="193781"/>
                  </a:moveTo>
                  <a:lnTo>
                    <a:pt x="48957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571" name="Google Shape;571;p34"/>
            <p:cNvGrpSpPr/>
            <p:nvPr/>
          </p:nvGrpSpPr>
          <p:grpSpPr>
            <a:xfrm>
              <a:off x="4246593" y="503852"/>
              <a:ext cx="901928" cy="901976"/>
              <a:chOff x="5998919" y="3270845"/>
              <a:chExt cx="1426198" cy="1426274"/>
            </a:xfrm>
          </p:grpSpPr>
          <p:sp>
            <p:nvSpPr>
              <p:cNvPr id="572" name="Google Shape;572;p34"/>
              <p:cNvSpPr/>
              <p:nvPr/>
            </p:nvSpPr>
            <p:spPr>
              <a:xfrm>
                <a:off x="6712056" y="3270845"/>
                <a:ext cx="504239" cy="577619"/>
              </a:xfrm>
              <a:custGeom>
                <a:rect b="b" l="l" r="r" t="t"/>
                <a:pathLst>
                  <a:path extrusionOk="0" h="577619" w="504239">
                    <a:moveTo>
                      <a:pt x="135518" y="577620"/>
                    </a:moveTo>
                    <a:lnTo>
                      <a:pt x="504240" y="208897"/>
                    </a:lnTo>
                    <a:cubicBezTo>
                      <a:pt x="375179" y="79837"/>
                      <a:pt x="196895" y="0"/>
                      <a:pt x="0" y="0"/>
                    </a:cubicBezTo>
                    <a:lnTo>
                      <a:pt x="0" y="521408"/>
                    </a:lnTo>
                    <a:cubicBezTo>
                      <a:pt x="52946" y="521483"/>
                      <a:pt x="100879" y="542905"/>
                      <a:pt x="135518" y="57762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3" name="Google Shape;573;p34"/>
              <p:cNvSpPr/>
              <p:nvPr/>
            </p:nvSpPr>
            <p:spPr>
              <a:xfrm>
                <a:off x="6847498" y="3479895"/>
                <a:ext cx="577619" cy="523306"/>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4" name="Google Shape;574;p34"/>
              <p:cNvSpPr/>
              <p:nvPr/>
            </p:nvSpPr>
            <p:spPr>
              <a:xfrm>
                <a:off x="5998919" y="3270845"/>
                <a:ext cx="1426046" cy="1426274"/>
              </a:xfrm>
              <a:custGeom>
                <a:rect b="b" l="l" r="r" t="t"/>
                <a:pathLst>
                  <a:path extrusionOk="0" h="1426274" w="1426046">
                    <a:moveTo>
                      <a:pt x="904715" y="718303"/>
                    </a:moveTo>
                    <a:cubicBezTo>
                      <a:pt x="901981" y="821840"/>
                      <a:pt x="817282" y="904867"/>
                      <a:pt x="713137" y="904867"/>
                    </a:cubicBezTo>
                    <a:cubicBezTo>
                      <a:pt x="607245" y="904867"/>
                      <a:pt x="521408" y="819029"/>
                      <a:pt x="521408" y="713137"/>
                    </a:cubicBezTo>
                    <a:cubicBezTo>
                      <a:pt x="521408" y="607245"/>
                      <a:pt x="607245" y="521408"/>
                      <a:pt x="713137" y="521408"/>
                    </a:cubicBezTo>
                    <a:lnTo>
                      <a:pt x="713137" y="0"/>
                    </a:lnTo>
                    <a:cubicBezTo>
                      <a:pt x="319271" y="0"/>
                      <a:pt x="0" y="319271"/>
                      <a:pt x="0" y="713137"/>
                    </a:cubicBezTo>
                    <a:cubicBezTo>
                      <a:pt x="0" y="1107003"/>
                      <a:pt x="319271" y="1426274"/>
                      <a:pt x="713137" y="1426274"/>
                    </a:cubicBezTo>
                    <a:cubicBezTo>
                      <a:pt x="1100623" y="1426274"/>
                      <a:pt x="1415867" y="1117258"/>
                      <a:pt x="1426047" y="732204"/>
                    </a:cubicBezTo>
                    <a:lnTo>
                      <a:pt x="904715" y="718303"/>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aphicFrame>
        <p:nvGraphicFramePr>
          <p:cNvPr id="575" name="Google Shape;575;p34"/>
          <p:cNvGraphicFramePr/>
          <p:nvPr/>
        </p:nvGraphicFramePr>
        <p:xfrm>
          <a:off x="1539888" y="1898850"/>
          <a:ext cx="3000000" cy="3000000"/>
        </p:xfrm>
        <a:graphic>
          <a:graphicData uri="http://schemas.openxmlformats.org/drawingml/2006/table">
            <a:tbl>
              <a:tblPr>
                <a:noFill/>
                <a:tableStyleId>{A2FDEE08-4641-4CD2-A474-4644EB69D9D1}</a:tableStyleId>
              </a:tblPr>
              <a:tblGrid>
                <a:gridCol w="1608375"/>
                <a:gridCol w="2283850"/>
              </a:tblGrid>
              <a:tr h="356225">
                <a:tc>
                  <a:txBody>
                    <a:bodyPr/>
                    <a:lstStyle/>
                    <a:p>
                      <a:pPr indent="0" lvl="0" marL="0" rtl="0" algn="ctr">
                        <a:spcBef>
                          <a:spcPts val="0"/>
                        </a:spcBef>
                        <a:spcAft>
                          <a:spcPts val="0"/>
                        </a:spcAft>
                        <a:buNone/>
                      </a:pPr>
                      <a:r>
                        <a:rPr b="1" lang="en" sz="1600">
                          <a:solidFill>
                            <a:srgbClr val="17175A"/>
                          </a:solidFill>
                          <a:latin typeface="Passion One"/>
                          <a:ea typeface="Passion One"/>
                          <a:cs typeface="Passion One"/>
                          <a:sym typeface="Passion One"/>
                        </a:rPr>
                        <a:t>Sepal Length</a:t>
                      </a:r>
                      <a:endParaRPr b="1" sz="1600">
                        <a:solidFill>
                          <a:srgbClr val="17175A"/>
                        </a:solidFill>
                        <a:latin typeface="Passion One"/>
                        <a:ea typeface="Passion One"/>
                        <a:cs typeface="Passion One"/>
                        <a:sym typeface="Passion One"/>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rgbClr val="F6F2CC"/>
                    </a:solidFill>
                  </a:tcPr>
                </a:tc>
                <a:tc>
                  <a:txBody>
                    <a:bodyPr/>
                    <a:lstStyle/>
                    <a:p>
                      <a:pPr indent="0" lvl="0" marL="0" rtl="0" algn="ctr">
                        <a:spcBef>
                          <a:spcPts val="0"/>
                        </a:spcBef>
                        <a:spcAft>
                          <a:spcPts val="0"/>
                        </a:spcAft>
                        <a:buNone/>
                      </a:pPr>
                      <a:r>
                        <a:rPr b="1" lang="en" sz="1600">
                          <a:solidFill>
                            <a:srgbClr val="17175A"/>
                          </a:solidFill>
                          <a:latin typeface="Passion One"/>
                          <a:ea typeface="Passion One"/>
                          <a:cs typeface="Passion One"/>
                          <a:sym typeface="Passion One"/>
                        </a:rPr>
                        <a:t>Norm. sepal length</a:t>
                      </a:r>
                      <a:endParaRPr b="1" sz="1600">
                        <a:solidFill>
                          <a:srgbClr val="17175A"/>
                        </a:solidFill>
                        <a:latin typeface="Passion One"/>
                        <a:ea typeface="Passion One"/>
                        <a:cs typeface="Passion One"/>
                        <a:sym typeface="Passion One"/>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rgbClr val="F6F2CC"/>
                    </a:solidFill>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5.1</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0.222</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4.9</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0.166</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4.7</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0.111</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4.6</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0.083</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5</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0.194</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bl>
          </a:graphicData>
        </a:graphic>
      </p:graphicFrame>
      <p:pic>
        <p:nvPicPr>
          <p:cNvPr id="576" name="Google Shape;576;p34"/>
          <p:cNvPicPr preferRelativeResize="0"/>
          <p:nvPr/>
        </p:nvPicPr>
        <p:blipFill>
          <a:blip r:embed="rId3">
            <a:alphaModFix/>
          </a:blip>
          <a:stretch>
            <a:fillRect/>
          </a:stretch>
        </p:blipFill>
        <p:spPr>
          <a:xfrm>
            <a:off x="4868812" y="427163"/>
            <a:ext cx="3442405" cy="608425"/>
          </a:xfrm>
          <a:prstGeom prst="rect">
            <a:avLst/>
          </a:prstGeom>
          <a:noFill/>
          <a:ln cap="flat" cmpd="sng" w="9525">
            <a:solidFill>
              <a:srgbClr val="FF0000"/>
            </a:solidFill>
            <a:prstDash val="solid"/>
            <a:round/>
            <a:headEnd len="sm" w="sm" type="none"/>
            <a:tailEnd len="sm" w="sm" type="none"/>
          </a:ln>
        </p:spPr>
      </p:pic>
      <p:grpSp>
        <p:nvGrpSpPr>
          <p:cNvPr id="577" name="Google Shape;577;p34"/>
          <p:cNvGrpSpPr/>
          <p:nvPr/>
        </p:nvGrpSpPr>
        <p:grpSpPr>
          <a:xfrm>
            <a:off x="6579725" y="1898850"/>
            <a:ext cx="1359549" cy="2228850"/>
            <a:chOff x="822425" y="2691800"/>
            <a:chExt cx="1359549" cy="2228850"/>
          </a:xfrm>
        </p:grpSpPr>
        <p:pic>
          <p:nvPicPr>
            <p:cNvPr id="578" name="Google Shape;578;p34"/>
            <p:cNvPicPr preferRelativeResize="0"/>
            <p:nvPr/>
          </p:nvPicPr>
          <p:blipFill rotWithShape="1">
            <a:blip r:embed="rId4">
              <a:alphaModFix/>
            </a:blip>
            <a:srcRect b="0" l="24160" r="56109" t="0"/>
            <a:stretch/>
          </p:blipFill>
          <p:spPr>
            <a:xfrm>
              <a:off x="1279925" y="2691800"/>
              <a:ext cx="902050" cy="2228850"/>
            </a:xfrm>
            <a:prstGeom prst="rect">
              <a:avLst/>
            </a:prstGeom>
            <a:noFill/>
            <a:ln>
              <a:noFill/>
            </a:ln>
          </p:spPr>
        </p:pic>
        <p:pic>
          <p:nvPicPr>
            <p:cNvPr id="579" name="Google Shape;579;p34"/>
            <p:cNvPicPr preferRelativeResize="0"/>
            <p:nvPr/>
          </p:nvPicPr>
          <p:blipFill rotWithShape="1">
            <a:blip r:embed="rId4">
              <a:alphaModFix/>
            </a:blip>
            <a:srcRect b="0" l="0" r="89993" t="0"/>
            <a:stretch/>
          </p:blipFill>
          <p:spPr>
            <a:xfrm>
              <a:off x="822425" y="2691800"/>
              <a:ext cx="457500" cy="2228850"/>
            </a:xfrm>
            <a:prstGeom prst="rect">
              <a:avLst/>
            </a:prstGeom>
            <a:noFill/>
            <a:ln>
              <a:noFill/>
            </a:ln>
          </p:spPr>
        </p:pic>
      </p:grpSp>
      <p:sp>
        <p:nvSpPr>
          <p:cNvPr id="580" name="Google Shape;580;p34"/>
          <p:cNvSpPr/>
          <p:nvPr/>
        </p:nvSpPr>
        <p:spPr>
          <a:xfrm>
            <a:off x="6627450" y="2901125"/>
            <a:ext cx="1311900" cy="198300"/>
          </a:xfrm>
          <a:prstGeom prst="rect">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81" name="Google Shape;581;p34"/>
          <p:cNvSpPr/>
          <p:nvPr/>
        </p:nvSpPr>
        <p:spPr>
          <a:xfrm>
            <a:off x="6627450" y="3890950"/>
            <a:ext cx="1311900" cy="198300"/>
          </a:xfrm>
          <a:prstGeom prst="rect">
            <a:avLst/>
          </a:prstGeom>
          <a:noFill/>
          <a:ln cap="flat" cmpd="sng" w="1905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35"/>
          <p:cNvSpPr txBox="1"/>
          <p:nvPr>
            <p:ph idx="1" type="subTitle"/>
          </p:nvPr>
        </p:nvSpPr>
        <p:spPr>
          <a:xfrm>
            <a:off x="720075" y="1077500"/>
            <a:ext cx="7754400" cy="3987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AutoNum type="arabicPeriod"/>
            </a:pPr>
            <a:r>
              <a:rPr b="1" lang="en"/>
              <a:t>Min-Max Normalization (Sepal width)</a:t>
            </a:r>
            <a:endParaRPr b="1"/>
          </a:p>
        </p:txBody>
      </p:sp>
      <p:sp>
        <p:nvSpPr>
          <p:cNvPr id="587" name="Google Shape;587;p3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 2</a:t>
            </a:r>
            <a:endParaRPr/>
          </a:p>
        </p:txBody>
      </p:sp>
      <p:grpSp>
        <p:nvGrpSpPr>
          <p:cNvPr id="588" name="Google Shape;588;p35"/>
          <p:cNvGrpSpPr/>
          <p:nvPr/>
        </p:nvGrpSpPr>
        <p:grpSpPr>
          <a:xfrm>
            <a:off x="350755" y="4018677"/>
            <a:ext cx="902056" cy="901976"/>
            <a:chOff x="4246593" y="503852"/>
            <a:chExt cx="902056" cy="901976"/>
          </a:xfrm>
        </p:grpSpPr>
        <p:grpSp>
          <p:nvGrpSpPr>
            <p:cNvPr id="589" name="Google Shape;589;p35"/>
            <p:cNvGrpSpPr/>
            <p:nvPr/>
          </p:nvGrpSpPr>
          <p:grpSpPr>
            <a:xfrm>
              <a:off x="4246593" y="503900"/>
              <a:ext cx="901831" cy="901928"/>
              <a:chOff x="5998919" y="3270921"/>
              <a:chExt cx="1426046" cy="1426198"/>
            </a:xfrm>
          </p:grpSpPr>
          <p:sp>
            <p:nvSpPr>
              <p:cNvPr id="590" name="Google Shape;590;p35"/>
              <p:cNvSpPr/>
              <p:nvPr/>
            </p:nvSpPr>
            <p:spPr>
              <a:xfrm>
                <a:off x="5998919" y="3270921"/>
                <a:ext cx="713137" cy="713137"/>
              </a:xfrm>
              <a:custGeom>
                <a:rect b="b" l="l" r="r" t="t"/>
                <a:pathLst>
                  <a:path extrusionOk="0" h="713137" w="713137">
                    <a:moveTo>
                      <a:pt x="713137" y="521407"/>
                    </a:moveTo>
                    <a:lnTo>
                      <a:pt x="713137" y="0"/>
                    </a:lnTo>
                    <a:cubicBezTo>
                      <a:pt x="319271" y="0"/>
                      <a:pt x="0" y="319271"/>
                      <a:pt x="0" y="713137"/>
                    </a:cubicBezTo>
                    <a:lnTo>
                      <a:pt x="521408" y="713137"/>
                    </a:lnTo>
                    <a:cubicBezTo>
                      <a:pt x="521408" y="607245"/>
                      <a:pt x="607245" y="521407"/>
                      <a:pt x="713137" y="52140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1" name="Google Shape;591;p35"/>
              <p:cNvSpPr/>
              <p:nvPr/>
            </p:nvSpPr>
            <p:spPr>
              <a:xfrm>
                <a:off x="5998919" y="3983982"/>
                <a:ext cx="1426046" cy="713137"/>
              </a:xfrm>
              <a:custGeom>
                <a:rect b="b" l="l" r="r" t="t"/>
                <a:pathLst>
                  <a:path extrusionOk="0" h="713137" w="1426046">
                    <a:moveTo>
                      <a:pt x="904715" y="5165"/>
                    </a:moveTo>
                    <a:cubicBezTo>
                      <a:pt x="901981" y="108702"/>
                      <a:pt x="817282" y="191730"/>
                      <a:pt x="713137" y="191730"/>
                    </a:cubicBezTo>
                    <a:cubicBezTo>
                      <a:pt x="607245" y="191730"/>
                      <a:pt x="521408" y="105892"/>
                      <a:pt x="521408" y="0"/>
                    </a:cubicBezTo>
                    <a:lnTo>
                      <a:pt x="0" y="0"/>
                    </a:lnTo>
                    <a:cubicBezTo>
                      <a:pt x="0" y="393866"/>
                      <a:pt x="319271" y="713137"/>
                      <a:pt x="713137" y="713137"/>
                    </a:cubicBezTo>
                    <a:cubicBezTo>
                      <a:pt x="1100623" y="713137"/>
                      <a:pt x="1415867" y="404121"/>
                      <a:pt x="1426047" y="19067"/>
                    </a:cubicBezTo>
                    <a:lnTo>
                      <a:pt x="904715" y="51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592" name="Google Shape;592;p35"/>
            <p:cNvSpPr/>
            <p:nvPr/>
          </p:nvSpPr>
          <p:spPr>
            <a:xfrm>
              <a:off x="4783305" y="636091"/>
              <a:ext cx="365344" cy="330991"/>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3" name="Google Shape;593;p35"/>
            <p:cNvSpPr/>
            <p:nvPr/>
          </p:nvSpPr>
          <p:spPr>
            <a:xfrm>
              <a:off x="4810784" y="788761"/>
              <a:ext cx="309659" cy="122566"/>
            </a:xfrm>
            <a:custGeom>
              <a:rect b="b" l="l" r="r" t="t"/>
              <a:pathLst>
                <a:path extrusionOk="0" h="193780" w="489579">
                  <a:moveTo>
                    <a:pt x="0" y="193781"/>
                  </a:moveTo>
                  <a:lnTo>
                    <a:pt x="48957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594" name="Google Shape;594;p35"/>
            <p:cNvGrpSpPr/>
            <p:nvPr/>
          </p:nvGrpSpPr>
          <p:grpSpPr>
            <a:xfrm>
              <a:off x="4246593" y="503852"/>
              <a:ext cx="901928" cy="901976"/>
              <a:chOff x="5998919" y="3270845"/>
              <a:chExt cx="1426198" cy="1426274"/>
            </a:xfrm>
          </p:grpSpPr>
          <p:sp>
            <p:nvSpPr>
              <p:cNvPr id="595" name="Google Shape;595;p35"/>
              <p:cNvSpPr/>
              <p:nvPr/>
            </p:nvSpPr>
            <p:spPr>
              <a:xfrm>
                <a:off x="6712056" y="3270845"/>
                <a:ext cx="504239" cy="577619"/>
              </a:xfrm>
              <a:custGeom>
                <a:rect b="b" l="l" r="r" t="t"/>
                <a:pathLst>
                  <a:path extrusionOk="0" h="577619" w="504239">
                    <a:moveTo>
                      <a:pt x="135518" y="577620"/>
                    </a:moveTo>
                    <a:lnTo>
                      <a:pt x="504240" y="208897"/>
                    </a:lnTo>
                    <a:cubicBezTo>
                      <a:pt x="375179" y="79837"/>
                      <a:pt x="196895" y="0"/>
                      <a:pt x="0" y="0"/>
                    </a:cubicBezTo>
                    <a:lnTo>
                      <a:pt x="0" y="521408"/>
                    </a:lnTo>
                    <a:cubicBezTo>
                      <a:pt x="52946" y="521483"/>
                      <a:pt x="100879" y="542905"/>
                      <a:pt x="135518" y="57762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6" name="Google Shape;596;p35"/>
              <p:cNvSpPr/>
              <p:nvPr/>
            </p:nvSpPr>
            <p:spPr>
              <a:xfrm>
                <a:off x="6847498" y="3479895"/>
                <a:ext cx="577619" cy="523306"/>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7" name="Google Shape;597;p35"/>
              <p:cNvSpPr/>
              <p:nvPr/>
            </p:nvSpPr>
            <p:spPr>
              <a:xfrm>
                <a:off x="5998919" y="3270845"/>
                <a:ext cx="1426046" cy="1426274"/>
              </a:xfrm>
              <a:custGeom>
                <a:rect b="b" l="l" r="r" t="t"/>
                <a:pathLst>
                  <a:path extrusionOk="0" h="1426274" w="1426046">
                    <a:moveTo>
                      <a:pt x="904715" y="718303"/>
                    </a:moveTo>
                    <a:cubicBezTo>
                      <a:pt x="901981" y="821840"/>
                      <a:pt x="817282" y="904867"/>
                      <a:pt x="713137" y="904867"/>
                    </a:cubicBezTo>
                    <a:cubicBezTo>
                      <a:pt x="607245" y="904867"/>
                      <a:pt x="521408" y="819029"/>
                      <a:pt x="521408" y="713137"/>
                    </a:cubicBezTo>
                    <a:cubicBezTo>
                      <a:pt x="521408" y="607245"/>
                      <a:pt x="607245" y="521408"/>
                      <a:pt x="713137" y="521408"/>
                    </a:cubicBezTo>
                    <a:lnTo>
                      <a:pt x="713137" y="0"/>
                    </a:lnTo>
                    <a:cubicBezTo>
                      <a:pt x="319271" y="0"/>
                      <a:pt x="0" y="319271"/>
                      <a:pt x="0" y="713137"/>
                    </a:cubicBezTo>
                    <a:cubicBezTo>
                      <a:pt x="0" y="1107003"/>
                      <a:pt x="319271" y="1426274"/>
                      <a:pt x="713137" y="1426274"/>
                    </a:cubicBezTo>
                    <a:cubicBezTo>
                      <a:pt x="1100623" y="1426274"/>
                      <a:pt x="1415867" y="1117258"/>
                      <a:pt x="1426047" y="732204"/>
                    </a:cubicBezTo>
                    <a:lnTo>
                      <a:pt x="904715" y="718303"/>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aphicFrame>
        <p:nvGraphicFramePr>
          <p:cNvPr id="598" name="Google Shape;598;p35"/>
          <p:cNvGraphicFramePr/>
          <p:nvPr/>
        </p:nvGraphicFramePr>
        <p:xfrm>
          <a:off x="1539888" y="1898850"/>
          <a:ext cx="3000000" cy="3000000"/>
        </p:xfrm>
        <a:graphic>
          <a:graphicData uri="http://schemas.openxmlformats.org/drawingml/2006/table">
            <a:tbl>
              <a:tblPr>
                <a:noFill/>
                <a:tableStyleId>{A2FDEE08-4641-4CD2-A474-4644EB69D9D1}</a:tableStyleId>
              </a:tblPr>
              <a:tblGrid>
                <a:gridCol w="1608375"/>
                <a:gridCol w="2283850"/>
              </a:tblGrid>
              <a:tr h="356225">
                <a:tc>
                  <a:txBody>
                    <a:bodyPr/>
                    <a:lstStyle/>
                    <a:p>
                      <a:pPr indent="0" lvl="0" marL="0" rtl="0" algn="ctr">
                        <a:spcBef>
                          <a:spcPts val="0"/>
                        </a:spcBef>
                        <a:spcAft>
                          <a:spcPts val="0"/>
                        </a:spcAft>
                        <a:buNone/>
                      </a:pPr>
                      <a:r>
                        <a:rPr b="1" lang="en" sz="1600">
                          <a:solidFill>
                            <a:srgbClr val="17175A"/>
                          </a:solidFill>
                          <a:latin typeface="Passion One"/>
                          <a:ea typeface="Passion One"/>
                          <a:cs typeface="Passion One"/>
                          <a:sym typeface="Passion One"/>
                        </a:rPr>
                        <a:t>Sepal Width</a:t>
                      </a:r>
                      <a:endParaRPr b="1" sz="1600">
                        <a:solidFill>
                          <a:srgbClr val="17175A"/>
                        </a:solidFill>
                        <a:latin typeface="Passion One"/>
                        <a:ea typeface="Passion One"/>
                        <a:cs typeface="Passion One"/>
                        <a:sym typeface="Passion One"/>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rgbClr val="F6F2CC"/>
                    </a:solidFill>
                  </a:tcPr>
                </a:tc>
                <a:tc>
                  <a:txBody>
                    <a:bodyPr/>
                    <a:lstStyle/>
                    <a:p>
                      <a:pPr indent="0" lvl="0" marL="0" rtl="0" algn="ctr">
                        <a:spcBef>
                          <a:spcPts val="0"/>
                        </a:spcBef>
                        <a:spcAft>
                          <a:spcPts val="0"/>
                        </a:spcAft>
                        <a:buNone/>
                      </a:pPr>
                      <a:r>
                        <a:rPr b="1" lang="en" sz="1600">
                          <a:solidFill>
                            <a:srgbClr val="17175A"/>
                          </a:solidFill>
                          <a:latin typeface="Passion One"/>
                          <a:ea typeface="Passion One"/>
                          <a:cs typeface="Passion One"/>
                          <a:sym typeface="Passion One"/>
                        </a:rPr>
                        <a:t>Norm. sepal width</a:t>
                      </a:r>
                      <a:endParaRPr b="1" sz="1600">
                        <a:solidFill>
                          <a:srgbClr val="17175A"/>
                        </a:solidFill>
                        <a:latin typeface="Passion One"/>
                        <a:ea typeface="Passion One"/>
                        <a:cs typeface="Passion One"/>
                        <a:sym typeface="Passion One"/>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rgbClr val="F6F2CC"/>
                    </a:solidFill>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3.5</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0.625</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3.0</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0.416</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3.2</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0.5</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3.1</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0.458</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3.6</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0.667</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bl>
          </a:graphicData>
        </a:graphic>
      </p:graphicFrame>
      <p:pic>
        <p:nvPicPr>
          <p:cNvPr id="599" name="Google Shape;599;p35"/>
          <p:cNvPicPr preferRelativeResize="0"/>
          <p:nvPr/>
        </p:nvPicPr>
        <p:blipFill>
          <a:blip r:embed="rId3">
            <a:alphaModFix/>
          </a:blip>
          <a:stretch>
            <a:fillRect/>
          </a:stretch>
        </p:blipFill>
        <p:spPr>
          <a:xfrm>
            <a:off x="4868812" y="427163"/>
            <a:ext cx="3442405" cy="608425"/>
          </a:xfrm>
          <a:prstGeom prst="rect">
            <a:avLst/>
          </a:prstGeom>
          <a:noFill/>
          <a:ln cap="flat" cmpd="sng" w="9525">
            <a:solidFill>
              <a:srgbClr val="FF0000"/>
            </a:solidFill>
            <a:prstDash val="solid"/>
            <a:round/>
            <a:headEnd len="sm" w="sm" type="none"/>
            <a:tailEnd len="sm" w="sm" type="none"/>
          </a:ln>
        </p:spPr>
      </p:pic>
      <p:grpSp>
        <p:nvGrpSpPr>
          <p:cNvPr id="600" name="Google Shape;600;p35"/>
          <p:cNvGrpSpPr/>
          <p:nvPr/>
        </p:nvGrpSpPr>
        <p:grpSpPr>
          <a:xfrm>
            <a:off x="6579725" y="1898850"/>
            <a:ext cx="1359549" cy="2228850"/>
            <a:chOff x="822425" y="2691800"/>
            <a:chExt cx="1359549" cy="2228850"/>
          </a:xfrm>
        </p:grpSpPr>
        <p:pic>
          <p:nvPicPr>
            <p:cNvPr id="601" name="Google Shape;601;p35"/>
            <p:cNvPicPr preferRelativeResize="0"/>
            <p:nvPr/>
          </p:nvPicPr>
          <p:blipFill rotWithShape="1">
            <a:blip r:embed="rId4">
              <a:alphaModFix/>
            </a:blip>
            <a:srcRect b="0" l="42570" r="37699" t="0"/>
            <a:stretch/>
          </p:blipFill>
          <p:spPr>
            <a:xfrm>
              <a:off x="1279925" y="2691800"/>
              <a:ext cx="902050" cy="2228850"/>
            </a:xfrm>
            <a:prstGeom prst="rect">
              <a:avLst/>
            </a:prstGeom>
            <a:noFill/>
            <a:ln>
              <a:noFill/>
            </a:ln>
          </p:spPr>
        </p:pic>
        <p:pic>
          <p:nvPicPr>
            <p:cNvPr id="602" name="Google Shape;602;p35"/>
            <p:cNvPicPr preferRelativeResize="0"/>
            <p:nvPr/>
          </p:nvPicPr>
          <p:blipFill rotWithShape="1">
            <a:blip r:embed="rId4">
              <a:alphaModFix/>
            </a:blip>
            <a:srcRect b="0" l="0" r="89993" t="0"/>
            <a:stretch/>
          </p:blipFill>
          <p:spPr>
            <a:xfrm>
              <a:off x="822425" y="2691800"/>
              <a:ext cx="457500" cy="2228850"/>
            </a:xfrm>
            <a:prstGeom prst="rect">
              <a:avLst/>
            </a:prstGeom>
            <a:noFill/>
            <a:ln>
              <a:noFill/>
            </a:ln>
          </p:spPr>
        </p:pic>
      </p:grpSp>
      <p:sp>
        <p:nvSpPr>
          <p:cNvPr id="603" name="Google Shape;603;p35"/>
          <p:cNvSpPr/>
          <p:nvPr/>
        </p:nvSpPr>
        <p:spPr>
          <a:xfrm>
            <a:off x="6627450" y="2901125"/>
            <a:ext cx="1311900" cy="198300"/>
          </a:xfrm>
          <a:prstGeom prst="rect">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04" name="Google Shape;604;p35"/>
          <p:cNvSpPr/>
          <p:nvPr/>
        </p:nvSpPr>
        <p:spPr>
          <a:xfrm>
            <a:off x="6627450" y="3890950"/>
            <a:ext cx="1311900" cy="198300"/>
          </a:xfrm>
          <a:prstGeom prst="rect">
            <a:avLst/>
          </a:prstGeom>
          <a:noFill/>
          <a:ln cap="flat" cmpd="sng" w="1905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36"/>
          <p:cNvSpPr txBox="1"/>
          <p:nvPr>
            <p:ph idx="1" type="subTitle"/>
          </p:nvPr>
        </p:nvSpPr>
        <p:spPr>
          <a:xfrm>
            <a:off x="720075" y="1077500"/>
            <a:ext cx="7754400" cy="3987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AutoNum type="arabicPeriod"/>
            </a:pPr>
            <a:r>
              <a:rPr b="1" lang="en"/>
              <a:t>Min-Max Normalization (</a:t>
            </a:r>
            <a:r>
              <a:rPr b="1" lang="en"/>
              <a:t>Petal Length</a:t>
            </a:r>
            <a:r>
              <a:rPr b="1" lang="en"/>
              <a:t>)</a:t>
            </a:r>
            <a:endParaRPr b="1"/>
          </a:p>
        </p:txBody>
      </p:sp>
      <p:sp>
        <p:nvSpPr>
          <p:cNvPr id="610" name="Google Shape;610;p3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 2</a:t>
            </a:r>
            <a:endParaRPr/>
          </a:p>
        </p:txBody>
      </p:sp>
      <p:grpSp>
        <p:nvGrpSpPr>
          <p:cNvPr id="611" name="Google Shape;611;p36"/>
          <p:cNvGrpSpPr/>
          <p:nvPr/>
        </p:nvGrpSpPr>
        <p:grpSpPr>
          <a:xfrm>
            <a:off x="350755" y="4018677"/>
            <a:ext cx="902056" cy="901976"/>
            <a:chOff x="4246593" y="503852"/>
            <a:chExt cx="902056" cy="901976"/>
          </a:xfrm>
        </p:grpSpPr>
        <p:grpSp>
          <p:nvGrpSpPr>
            <p:cNvPr id="612" name="Google Shape;612;p36"/>
            <p:cNvGrpSpPr/>
            <p:nvPr/>
          </p:nvGrpSpPr>
          <p:grpSpPr>
            <a:xfrm>
              <a:off x="4246593" y="503900"/>
              <a:ext cx="901831" cy="901928"/>
              <a:chOff x="5998919" y="3270921"/>
              <a:chExt cx="1426046" cy="1426198"/>
            </a:xfrm>
          </p:grpSpPr>
          <p:sp>
            <p:nvSpPr>
              <p:cNvPr id="613" name="Google Shape;613;p36"/>
              <p:cNvSpPr/>
              <p:nvPr/>
            </p:nvSpPr>
            <p:spPr>
              <a:xfrm>
                <a:off x="5998919" y="3270921"/>
                <a:ext cx="713137" cy="713137"/>
              </a:xfrm>
              <a:custGeom>
                <a:rect b="b" l="l" r="r" t="t"/>
                <a:pathLst>
                  <a:path extrusionOk="0" h="713137" w="713137">
                    <a:moveTo>
                      <a:pt x="713137" y="521407"/>
                    </a:moveTo>
                    <a:lnTo>
                      <a:pt x="713137" y="0"/>
                    </a:lnTo>
                    <a:cubicBezTo>
                      <a:pt x="319271" y="0"/>
                      <a:pt x="0" y="319271"/>
                      <a:pt x="0" y="713137"/>
                    </a:cubicBezTo>
                    <a:lnTo>
                      <a:pt x="521408" y="713137"/>
                    </a:lnTo>
                    <a:cubicBezTo>
                      <a:pt x="521408" y="607245"/>
                      <a:pt x="607245" y="521407"/>
                      <a:pt x="713137" y="52140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4" name="Google Shape;614;p36"/>
              <p:cNvSpPr/>
              <p:nvPr/>
            </p:nvSpPr>
            <p:spPr>
              <a:xfrm>
                <a:off x="5998919" y="3983982"/>
                <a:ext cx="1426046" cy="713137"/>
              </a:xfrm>
              <a:custGeom>
                <a:rect b="b" l="l" r="r" t="t"/>
                <a:pathLst>
                  <a:path extrusionOk="0" h="713137" w="1426046">
                    <a:moveTo>
                      <a:pt x="904715" y="5165"/>
                    </a:moveTo>
                    <a:cubicBezTo>
                      <a:pt x="901981" y="108702"/>
                      <a:pt x="817282" y="191730"/>
                      <a:pt x="713137" y="191730"/>
                    </a:cubicBezTo>
                    <a:cubicBezTo>
                      <a:pt x="607245" y="191730"/>
                      <a:pt x="521408" y="105892"/>
                      <a:pt x="521408" y="0"/>
                    </a:cubicBezTo>
                    <a:lnTo>
                      <a:pt x="0" y="0"/>
                    </a:lnTo>
                    <a:cubicBezTo>
                      <a:pt x="0" y="393866"/>
                      <a:pt x="319271" y="713137"/>
                      <a:pt x="713137" y="713137"/>
                    </a:cubicBezTo>
                    <a:cubicBezTo>
                      <a:pt x="1100623" y="713137"/>
                      <a:pt x="1415867" y="404121"/>
                      <a:pt x="1426047" y="19067"/>
                    </a:cubicBezTo>
                    <a:lnTo>
                      <a:pt x="904715" y="51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615" name="Google Shape;615;p36"/>
            <p:cNvSpPr/>
            <p:nvPr/>
          </p:nvSpPr>
          <p:spPr>
            <a:xfrm>
              <a:off x="4783305" y="636091"/>
              <a:ext cx="365344" cy="330991"/>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6" name="Google Shape;616;p36"/>
            <p:cNvSpPr/>
            <p:nvPr/>
          </p:nvSpPr>
          <p:spPr>
            <a:xfrm>
              <a:off x="4810784" y="788761"/>
              <a:ext cx="309659" cy="122566"/>
            </a:xfrm>
            <a:custGeom>
              <a:rect b="b" l="l" r="r" t="t"/>
              <a:pathLst>
                <a:path extrusionOk="0" h="193780" w="489579">
                  <a:moveTo>
                    <a:pt x="0" y="193781"/>
                  </a:moveTo>
                  <a:lnTo>
                    <a:pt x="48957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617" name="Google Shape;617;p36"/>
            <p:cNvGrpSpPr/>
            <p:nvPr/>
          </p:nvGrpSpPr>
          <p:grpSpPr>
            <a:xfrm>
              <a:off x="4246593" y="503852"/>
              <a:ext cx="901928" cy="901976"/>
              <a:chOff x="5998919" y="3270845"/>
              <a:chExt cx="1426198" cy="1426274"/>
            </a:xfrm>
          </p:grpSpPr>
          <p:sp>
            <p:nvSpPr>
              <p:cNvPr id="618" name="Google Shape;618;p36"/>
              <p:cNvSpPr/>
              <p:nvPr/>
            </p:nvSpPr>
            <p:spPr>
              <a:xfrm>
                <a:off x="6712056" y="3270845"/>
                <a:ext cx="504239" cy="577619"/>
              </a:xfrm>
              <a:custGeom>
                <a:rect b="b" l="l" r="r" t="t"/>
                <a:pathLst>
                  <a:path extrusionOk="0" h="577619" w="504239">
                    <a:moveTo>
                      <a:pt x="135518" y="577620"/>
                    </a:moveTo>
                    <a:lnTo>
                      <a:pt x="504240" y="208897"/>
                    </a:lnTo>
                    <a:cubicBezTo>
                      <a:pt x="375179" y="79837"/>
                      <a:pt x="196895" y="0"/>
                      <a:pt x="0" y="0"/>
                    </a:cubicBezTo>
                    <a:lnTo>
                      <a:pt x="0" y="521408"/>
                    </a:lnTo>
                    <a:cubicBezTo>
                      <a:pt x="52946" y="521483"/>
                      <a:pt x="100879" y="542905"/>
                      <a:pt x="135518" y="57762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9" name="Google Shape;619;p36"/>
              <p:cNvSpPr/>
              <p:nvPr/>
            </p:nvSpPr>
            <p:spPr>
              <a:xfrm>
                <a:off x="6847498" y="3479895"/>
                <a:ext cx="577619" cy="523306"/>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0" name="Google Shape;620;p36"/>
              <p:cNvSpPr/>
              <p:nvPr/>
            </p:nvSpPr>
            <p:spPr>
              <a:xfrm>
                <a:off x="5998919" y="3270845"/>
                <a:ext cx="1426046" cy="1426274"/>
              </a:xfrm>
              <a:custGeom>
                <a:rect b="b" l="l" r="r" t="t"/>
                <a:pathLst>
                  <a:path extrusionOk="0" h="1426274" w="1426046">
                    <a:moveTo>
                      <a:pt x="904715" y="718303"/>
                    </a:moveTo>
                    <a:cubicBezTo>
                      <a:pt x="901981" y="821840"/>
                      <a:pt x="817282" y="904867"/>
                      <a:pt x="713137" y="904867"/>
                    </a:cubicBezTo>
                    <a:cubicBezTo>
                      <a:pt x="607245" y="904867"/>
                      <a:pt x="521408" y="819029"/>
                      <a:pt x="521408" y="713137"/>
                    </a:cubicBezTo>
                    <a:cubicBezTo>
                      <a:pt x="521408" y="607245"/>
                      <a:pt x="607245" y="521408"/>
                      <a:pt x="713137" y="521408"/>
                    </a:cubicBezTo>
                    <a:lnTo>
                      <a:pt x="713137" y="0"/>
                    </a:lnTo>
                    <a:cubicBezTo>
                      <a:pt x="319271" y="0"/>
                      <a:pt x="0" y="319271"/>
                      <a:pt x="0" y="713137"/>
                    </a:cubicBezTo>
                    <a:cubicBezTo>
                      <a:pt x="0" y="1107003"/>
                      <a:pt x="319271" y="1426274"/>
                      <a:pt x="713137" y="1426274"/>
                    </a:cubicBezTo>
                    <a:cubicBezTo>
                      <a:pt x="1100623" y="1426274"/>
                      <a:pt x="1415867" y="1117258"/>
                      <a:pt x="1426047" y="732204"/>
                    </a:cubicBezTo>
                    <a:lnTo>
                      <a:pt x="904715" y="718303"/>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aphicFrame>
        <p:nvGraphicFramePr>
          <p:cNvPr id="621" name="Google Shape;621;p36"/>
          <p:cNvGraphicFramePr/>
          <p:nvPr/>
        </p:nvGraphicFramePr>
        <p:xfrm>
          <a:off x="1539888" y="1898850"/>
          <a:ext cx="3000000" cy="3000000"/>
        </p:xfrm>
        <a:graphic>
          <a:graphicData uri="http://schemas.openxmlformats.org/drawingml/2006/table">
            <a:tbl>
              <a:tblPr>
                <a:noFill/>
                <a:tableStyleId>{A2FDEE08-4641-4CD2-A474-4644EB69D9D1}</a:tableStyleId>
              </a:tblPr>
              <a:tblGrid>
                <a:gridCol w="1608375"/>
                <a:gridCol w="2283850"/>
              </a:tblGrid>
              <a:tr h="356225">
                <a:tc>
                  <a:txBody>
                    <a:bodyPr/>
                    <a:lstStyle/>
                    <a:p>
                      <a:pPr indent="0" lvl="0" marL="0" rtl="0" algn="ctr">
                        <a:spcBef>
                          <a:spcPts val="0"/>
                        </a:spcBef>
                        <a:spcAft>
                          <a:spcPts val="0"/>
                        </a:spcAft>
                        <a:buNone/>
                      </a:pPr>
                      <a:r>
                        <a:rPr b="1" lang="en" sz="1600">
                          <a:solidFill>
                            <a:srgbClr val="17175A"/>
                          </a:solidFill>
                          <a:latin typeface="Passion One"/>
                          <a:ea typeface="Passion One"/>
                          <a:cs typeface="Passion One"/>
                          <a:sym typeface="Passion One"/>
                        </a:rPr>
                        <a:t>Petal Length</a:t>
                      </a:r>
                      <a:endParaRPr b="1" sz="1600">
                        <a:solidFill>
                          <a:srgbClr val="17175A"/>
                        </a:solidFill>
                        <a:latin typeface="Passion One"/>
                        <a:ea typeface="Passion One"/>
                        <a:cs typeface="Passion One"/>
                        <a:sym typeface="Passion One"/>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rgbClr val="F6F2CC"/>
                    </a:solidFill>
                  </a:tcPr>
                </a:tc>
                <a:tc>
                  <a:txBody>
                    <a:bodyPr/>
                    <a:lstStyle/>
                    <a:p>
                      <a:pPr indent="0" lvl="0" marL="0" rtl="0" algn="ctr">
                        <a:spcBef>
                          <a:spcPts val="0"/>
                        </a:spcBef>
                        <a:spcAft>
                          <a:spcPts val="0"/>
                        </a:spcAft>
                        <a:buNone/>
                      </a:pPr>
                      <a:r>
                        <a:rPr b="1" lang="en" sz="1600">
                          <a:solidFill>
                            <a:srgbClr val="17175A"/>
                          </a:solidFill>
                          <a:latin typeface="Passion One"/>
                          <a:ea typeface="Passion One"/>
                          <a:cs typeface="Passion One"/>
                          <a:sym typeface="Passion One"/>
                        </a:rPr>
                        <a:t>Norm. petal length</a:t>
                      </a:r>
                      <a:endParaRPr b="1" sz="1600">
                        <a:solidFill>
                          <a:srgbClr val="17175A"/>
                        </a:solidFill>
                        <a:latin typeface="Passion One"/>
                        <a:ea typeface="Passion One"/>
                        <a:cs typeface="Passion One"/>
                        <a:sym typeface="Passion One"/>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rgbClr val="F6F2CC"/>
                    </a:solidFill>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1.4</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0.068</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1.4</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0.068</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1.3</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0.05</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1.5</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0.085</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1.4</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0.068</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bl>
          </a:graphicData>
        </a:graphic>
      </p:graphicFrame>
      <p:pic>
        <p:nvPicPr>
          <p:cNvPr id="622" name="Google Shape;622;p36"/>
          <p:cNvPicPr preferRelativeResize="0"/>
          <p:nvPr/>
        </p:nvPicPr>
        <p:blipFill>
          <a:blip r:embed="rId3">
            <a:alphaModFix/>
          </a:blip>
          <a:stretch>
            <a:fillRect/>
          </a:stretch>
        </p:blipFill>
        <p:spPr>
          <a:xfrm>
            <a:off x="4868812" y="427163"/>
            <a:ext cx="3442405" cy="608425"/>
          </a:xfrm>
          <a:prstGeom prst="rect">
            <a:avLst/>
          </a:prstGeom>
          <a:noFill/>
          <a:ln cap="flat" cmpd="sng" w="9525">
            <a:solidFill>
              <a:srgbClr val="FF0000"/>
            </a:solidFill>
            <a:prstDash val="solid"/>
            <a:round/>
            <a:headEnd len="sm" w="sm" type="none"/>
            <a:tailEnd len="sm" w="sm" type="none"/>
          </a:ln>
        </p:spPr>
      </p:pic>
      <p:grpSp>
        <p:nvGrpSpPr>
          <p:cNvPr id="623" name="Google Shape;623;p36"/>
          <p:cNvGrpSpPr/>
          <p:nvPr/>
        </p:nvGrpSpPr>
        <p:grpSpPr>
          <a:xfrm>
            <a:off x="6579725" y="1898850"/>
            <a:ext cx="1359549" cy="2228850"/>
            <a:chOff x="822425" y="2691800"/>
            <a:chExt cx="1359549" cy="2228850"/>
          </a:xfrm>
        </p:grpSpPr>
        <p:pic>
          <p:nvPicPr>
            <p:cNvPr id="624" name="Google Shape;624;p36"/>
            <p:cNvPicPr preferRelativeResize="0"/>
            <p:nvPr/>
          </p:nvPicPr>
          <p:blipFill rotWithShape="1">
            <a:blip r:embed="rId4">
              <a:alphaModFix/>
            </a:blip>
            <a:srcRect b="0" l="62576" r="17693" t="0"/>
            <a:stretch/>
          </p:blipFill>
          <p:spPr>
            <a:xfrm>
              <a:off x="1279925" y="2691800"/>
              <a:ext cx="902050" cy="2228850"/>
            </a:xfrm>
            <a:prstGeom prst="rect">
              <a:avLst/>
            </a:prstGeom>
            <a:noFill/>
            <a:ln>
              <a:noFill/>
            </a:ln>
          </p:spPr>
        </p:pic>
        <p:pic>
          <p:nvPicPr>
            <p:cNvPr id="625" name="Google Shape;625;p36"/>
            <p:cNvPicPr preferRelativeResize="0"/>
            <p:nvPr/>
          </p:nvPicPr>
          <p:blipFill rotWithShape="1">
            <a:blip r:embed="rId4">
              <a:alphaModFix/>
            </a:blip>
            <a:srcRect b="0" l="0" r="89993" t="0"/>
            <a:stretch/>
          </p:blipFill>
          <p:spPr>
            <a:xfrm>
              <a:off x="822425" y="2691800"/>
              <a:ext cx="457500" cy="2228850"/>
            </a:xfrm>
            <a:prstGeom prst="rect">
              <a:avLst/>
            </a:prstGeom>
            <a:noFill/>
            <a:ln>
              <a:noFill/>
            </a:ln>
          </p:spPr>
        </p:pic>
      </p:grpSp>
      <p:sp>
        <p:nvSpPr>
          <p:cNvPr id="626" name="Google Shape;626;p36"/>
          <p:cNvSpPr/>
          <p:nvPr/>
        </p:nvSpPr>
        <p:spPr>
          <a:xfrm>
            <a:off x="6627450" y="2901125"/>
            <a:ext cx="1311900" cy="198300"/>
          </a:xfrm>
          <a:prstGeom prst="rect">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27" name="Google Shape;627;p36"/>
          <p:cNvSpPr/>
          <p:nvPr/>
        </p:nvSpPr>
        <p:spPr>
          <a:xfrm>
            <a:off x="6627450" y="3890950"/>
            <a:ext cx="1311900" cy="198300"/>
          </a:xfrm>
          <a:prstGeom prst="rect">
            <a:avLst/>
          </a:prstGeom>
          <a:noFill/>
          <a:ln cap="flat" cmpd="sng" w="1905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37"/>
          <p:cNvSpPr txBox="1"/>
          <p:nvPr>
            <p:ph idx="1" type="subTitle"/>
          </p:nvPr>
        </p:nvSpPr>
        <p:spPr>
          <a:xfrm>
            <a:off x="720075" y="1077500"/>
            <a:ext cx="7754400" cy="3987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AutoNum type="arabicPeriod"/>
            </a:pPr>
            <a:r>
              <a:rPr b="1" lang="en"/>
              <a:t>Min-Max Normalization (Petal Width)</a:t>
            </a:r>
            <a:endParaRPr b="1"/>
          </a:p>
        </p:txBody>
      </p:sp>
      <p:sp>
        <p:nvSpPr>
          <p:cNvPr id="633" name="Google Shape;633;p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 2</a:t>
            </a:r>
            <a:endParaRPr/>
          </a:p>
        </p:txBody>
      </p:sp>
      <p:grpSp>
        <p:nvGrpSpPr>
          <p:cNvPr id="634" name="Google Shape;634;p37"/>
          <p:cNvGrpSpPr/>
          <p:nvPr/>
        </p:nvGrpSpPr>
        <p:grpSpPr>
          <a:xfrm>
            <a:off x="350755" y="4018677"/>
            <a:ext cx="902056" cy="901976"/>
            <a:chOff x="4246593" y="503852"/>
            <a:chExt cx="902056" cy="901976"/>
          </a:xfrm>
        </p:grpSpPr>
        <p:grpSp>
          <p:nvGrpSpPr>
            <p:cNvPr id="635" name="Google Shape;635;p37"/>
            <p:cNvGrpSpPr/>
            <p:nvPr/>
          </p:nvGrpSpPr>
          <p:grpSpPr>
            <a:xfrm>
              <a:off x="4246593" y="503900"/>
              <a:ext cx="901831" cy="901928"/>
              <a:chOff x="5998919" y="3270921"/>
              <a:chExt cx="1426046" cy="1426198"/>
            </a:xfrm>
          </p:grpSpPr>
          <p:sp>
            <p:nvSpPr>
              <p:cNvPr id="636" name="Google Shape;636;p37"/>
              <p:cNvSpPr/>
              <p:nvPr/>
            </p:nvSpPr>
            <p:spPr>
              <a:xfrm>
                <a:off x="5998919" y="3270921"/>
                <a:ext cx="713137" cy="713137"/>
              </a:xfrm>
              <a:custGeom>
                <a:rect b="b" l="l" r="r" t="t"/>
                <a:pathLst>
                  <a:path extrusionOk="0" h="713137" w="713137">
                    <a:moveTo>
                      <a:pt x="713137" y="521407"/>
                    </a:moveTo>
                    <a:lnTo>
                      <a:pt x="713137" y="0"/>
                    </a:lnTo>
                    <a:cubicBezTo>
                      <a:pt x="319271" y="0"/>
                      <a:pt x="0" y="319271"/>
                      <a:pt x="0" y="713137"/>
                    </a:cubicBezTo>
                    <a:lnTo>
                      <a:pt x="521408" y="713137"/>
                    </a:lnTo>
                    <a:cubicBezTo>
                      <a:pt x="521408" y="607245"/>
                      <a:pt x="607245" y="521407"/>
                      <a:pt x="713137" y="52140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7" name="Google Shape;637;p37"/>
              <p:cNvSpPr/>
              <p:nvPr/>
            </p:nvSpPr>
            <p:spPr>
              <a:xfrm>
                <a:off x="5998919" y="3983982"/>
                <a:ext cx="1426046" cy="713137"/>
              </a:xfrm>
              <a:custGeom>
                <a:rect b="b" l="l" r="r" t="t"/>
                <a:pathLst>
                  <a:path extrusionOk="0" h="713137" w="1426046">
                    <a:moveTo>
                      <a:pt x="904715" y="5165"/>
                    </a:moveTo>
                    <a:cubicBezTo>
                      <a:pt x="901981" y="108702"/>
                      <a:pt x="817282" y="191730"/>
                      <a:pt x="713137" y="191730"/>
                    </a:cubicBezTo>
                    <a:cubicBezTo>
                      <a:pt x="607245" y="191730"/>
                      <a:pt x="521408" y="105892"/>
                      <a:pt x="521408" y="0"/>
                    </a:cubicBezTo>
                    <a:lnTo>
                      <a:pt x="0" y="0"/>
                    </a:lnTo>
                    <a:cubicBezTo>
                      <a:pt x="0" y="393866"/>
                      <a:pt x="319271" y="713137"/>
                      <a:pt x="713137" y="713137"/>
                    </a:cubicBezTo>
                    <a:cubicBezTo>
                      <a:pt x="1100623" y="713137"/>
                      <a:pt x="1415867" y="404121"/>
                      <a:pt x="1426047" y="19067"/>
                    </a:cubicBezTo>
                    <a:lnTo>
                      <a:pt x="904715" y="51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638" name="Google Shape;638;p37"/>
            <p:cNvSpPr/>
            <p:nvPr/>
          </p:nvSpPr>
          <p:spPr>
            <a:xfrm>
              <a:off x="4783305" y="636091"/>
              <a:ext cx="365344" cy="330991"/>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9" name="Google Shape;639;p37"/>
            <p:cNvSpPr/>
            <p:nvPr/>
          </p:nvSpPr>
          <p:spPr>
            <a:xfrm>
              <a:off x="4810784" y="788761"/>
              <a:ext cx="309659" cy="122566"/>
            </a:xfrm>
            <a:custGeom>
              <a:rect b="b" l="l" r="r" t="t"/>
              <a:pathLst>
                <a:path extrusionOk="0" h="193780" w="489579">
                  <a:moveTo>
                    <a:pt x="0" y="193781"/>
                  </a:moveTo>
                  <a:lnTo>
                    <a:pt x="48957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640" name="Google Shape;640;p37"/>
            <p:cNvGrpSpPr/>
            <p:nvPr/>
          </p:nvGrpSpPr>
          <p:grpSpPr>
            <a:xfrm>
              <a:off x="4246593" y="503852"/>
              <a:ext cx="901928" cy="901976"/>
              <a:chOff x="5998919" y="3270845"/>
              <a:chExt cx="1426198" cy="1426274"/>
            </a:xfrm>
          </p:grpSpPr>
          <p:sp>
            <p:nvSpPr>
              <p:cNvPr id="641" name="Google Shape;641;p37"/>
              <p:cNvSpPr/>
              <p:nvPr/>
            </p:nvSpPr>
            <p:spPr>
              <a:xfrm>
                <a:off x="6712056" y="3270845"/>
                <a:ext cx="504239" cy="577619"/>
              </a:xfrm>
              <a:custGeom>
                <a:rect b="b" l="l" r="r" t="t"/>
                <a:pathLst>
                  <a:path extrusionOk="0" h="577619" w="504239">
                    <a:moveTo>
                      <a:pt x="135518" y="577620"/>
                    </a:moveTo>
                    <a:lnTo>
                      <a:pt x="504240" y="208897"/>
                    </a:lnTo>
                    <a:cubicBezTo>
                      <a:pt x="375179" y="79837"/>
                      <a:pt x="196895" y="0"/>
                      <a:pt x="0" y="0"/>
                    </a:cubicBezTo>
                    <a:lnTo>
                      <a:pt x="0" y="521408"/>
                    </a:lnTo>
                    <a:cubicBezTo>
                      <a:pt x="52946" y="521483"/>
                      <a:pt x="100879" y="542905"/>
                      <a:pt x="135518" y="57762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2" name="Google Shape;642;p37"/>
              <p:cNvSpPr/>
              <p:nvPr/>
            </p:nvSpPr>
            <p:spPr>
              <a:xfrm>
                <a:off x="6847498" y="3479895"/>
                <a:ext cx="577619" cy="523306"/>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3" name="Google Shape;643;p37"/>
              <p:cNvSpPr/>
              <p:nvPr/>
            </p:nvSpPr>
            <p:spPr>
              <a:xfrm>
                <a:off x="5998919" y="3270845"/>
                <a:ext cx="1426046" cy="1426274"/>
              </a:xfrm>
              <a:custGeom>
                <a:rect b="b" l="l" r="r" t="t"/>
                <a:pathLst>
                  <a:path extrusionOk="0" h="1426274" w="1426046">
                    <a:moveTo>
                      <a:pt x="904715" y="718303"/>
                    </a:moveTo>
                    <a:cubicBezTo>
                      <a:pt x="901981" y="821840"/>
                      <a:pt x="817282" y="904867"/>
                      <a:pt x="713137" y="904867"/>
                    </a:cubicBezTo>
                    <a:cubicBezTo>
                      <a:pt x="607245" y="904867"/>
                      <a:pt x="521408" y="819029"/>
                      <a:pt x="521408" y="713137"/>
                    </a:cubicBezTo>
                    <a:cubicBezTo>
                      <a:pt x="521408" y="607245"/>
                      <a:pt x="607245" y="521408"/>
                      <a:pt x="713137" y="521408"/>
                    </a:cubicBezTo>
                    <a:lnTo>
                      <a:pt x="713137" y="0"/>
                    </a:lnTo>
                    <a:cubicBezTo>
                      <a:pt x="319271" y="0"/>
                      <a:pt x="0" y="319271"/>
                      <a:pt x="0" y="713137"/>
                    </a:cubicBezTo>
                    <a:cubicBezTo>
                      <a:pt x="0" y="1107003"/>
                      <a:pt x="319271" y="1426274"/>
                      <a:pt x="713137" y="1426274"/>
                    </a:cubicBezTo>
                    <a:cubicBezTo>
                      <a:pt x="1100623" y="1426274"/>
                      <a:pt x="1415867" y="1117258"/>
                      <a:pt x="1426047" y="732204"/>
                    </a:cubicBezTo>
                    <a:lnTo>
                      <a:pt x="904715" y="718303"/>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aphicFrame>
        <p:nvGraphicFramePr>
          <p:cNvPr id="644" name="Google Shape;644;p37"/>
          <p:cNvGraphicFramePr/>
          <p:nvPr/>
        </p:nvGraphicFramePr>
        <p:xfrm>
          <a:off x="1539888" y="1898850"/>
          <a:ext cx="3000000" cy="3000000"/>
        </p:xfrm>
        <a:graphic>
          <a:graphicData uri="http://schemas.openxmlformats.org/drawingml/2006/table">
            <a:tbl>
              <a:tblPr>
                <a:noFill/>
                <a:tableStyleId>{A2FDEE08-4641-4CD2-A474-4644EB69D9D1}</a:tableStyleId>
              </a:tblPr>
              <a:tblGrid>
                <a:gridCol w="1608375"/>
                <a:gridCol w="2283850"/>
              </a:tblGrid>
              <a:tr h="356225">
                <a:tc>
                  <a:txBody>
                    <a:bodyPr/>
                    <a:lstStyle/>
                    <a:p>
                      <a:pPr indent="0" lvl="0" marL="0" rtl="0" algn="ctr">
                        <a:spcBef>
                          <a:spcPts val="0"/>
                        </a:spcBef>
                        <a:spcAft>
                          <a:spcPts val="0"/>
                        </a:spcAft>
                        <a:buNone/>
                      </a:pPr>
                      <a:r>
                        <a:rPr b="1" lang="en" sz="1600">
                          <a:solidFill>
                            <a:srgbClr val="17175A"/>
                          </a:solidFill>
                          <a:latin typeface="Passion One"/>
                          <a:ea typeface="Passion One"/>
                          <a:cs typeface="Passion One"/>
                          <a:sym typeface="Passion One"/>
                        </a:rPr>
                        <a:t>Petal Width</a:t>
                      </a:r>
                      <a:endParaRPr b="1" sz="1600">
                        <a:solidFill>
                          <a:srgbClr val="17175A"/>
                        </a:solidFill>
                        <a:latin typeface="Passion One"/>
                        <a:ea typeface="Passion One"/>
                        <a:cs typeface="Passion One"/>
                        <a:sym typeface="Passion One"/>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rgbClr val="F6F2CC"/>
                    </a:solidFill>
                  </a:tcPr>
                </a:tc>
                <a:tc>
                  <a:txBody>
                    <a:bodyPr/>
                    <a:lstStyle/>
                    <a:p>
                      <a:pPr indent="0" lvl="0" marL="0" rtl="0" algn="ctr">
                        <a:spcBef>
                          <a:spcPts val="0"/>
                        </a:spcBef>
                        <a:spcAft>
                          <a:spcPts val="0"/>
                        </a:spcAft>
                        <a:buNone/>
                      </a:pPr>
                      <a:r>
                        <a:rPr b="1" lang="en" sz="1600">
                          <a:solidFill>
                            <a:srgbClr val="17175A"/>
                          </a:solidFill>
                          <a:latin typeface="Passion One"/>
                          <a:ea typeface="Passion One"/>
                          <a:cs typeface="Passion One"/>
                          <a:sym typeface="Passion One"/>
                        </a:rPr>
                        <a:t>Norm. petal width</a:t>
                      </a:r>
                      <a:endParaRPr b="1" sz="1600">
                        <a:solidFill>
                          <a:srgbClr val="17175A"/>
                        </a:solidFill>
                        <a:latin typeface="Passion One"/>
                        <a:ea typeface="Passion One"/>
                        <a:cs typeface="Passion One"/>
                        <a:sym typeface="Passion One"/>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rgbClr val="F6F2CC"/>
                    </a:solidFill>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0.2</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0.042</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0.2</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Clr>
                          <a:schemeClr val="hlink"/>
                        </a:buClr>
                        <a:buSzPts val="1100"/>
                        <a:buFont typeface="Arial"/>
                        <a:buNone/>
                      </a:pPr>
                      <a:r>
                        <a:rPr lang="en" sz="1300">
                          <a:solidFill>
                            <a:schemeClr val="dk1"/>
                          </a:solidFill>
                          <a:latin typeface="Inter"/>
                          <a:ea typeface="Inter"/>
                          <a:cs typeface="Inter"/>
                          <a:sym typeface="Inter"/>
                        </a:rPr>
                        <a:t>0.042</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0.2</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Clr>
                          <a:schemeClr val="hlink"/>
                        </a:buClr>
                        <a:buSzPts val="1100"/>
                        <a:buFont typeface="Arial"/>
                        <a:buNone/>
                      </a:pPr>
                      <a:r>
                        <a:rPr lang="en" sz="1300">
                          <a:solidFill>
                            <a:schemeClr val="dk1"/>
                          </a:solidFill>
                          <a:latin typeface="Inter"/>
                          <a:ea typeface="Inter"/>
                          <a:cs typeface="Inter"/>
                          <a:sym typeface="Inter"/>
                        </a:rPr>
                        <a:t>0.042</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0.2</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Clr>
                          <a:schemeClr val="hlink"/>
                        </a:buClr>
                        <a:buSzPts val="1100"/>
                        <a:buFont typeface="Arial"/>
                        <a:buNone/>
                      </a:pPr>
                      <a:r>
                        <a:rPr lang="en" sz="1300">
                          <a:solidFill>
                            <a:schemeClr val="dk1"/>
                          </a:solidFill>
                          <a:latin typeface="Inter"/>
                          <a:ea typeface="Inter"/>
                          <a:cs typeface="Inter"/>
                          <a:sym typeface="Inter"/>
                        </a:rPr>
                        <a:t>0.042</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0.2</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Clr>
                          <a:schemeClr val="hlink"/>
                        </a:buClr>
                        <a:buSzPts val="1100"/>
                        <a:buFont typeface="Arial"/>
                        <a:buNone/>
                      </a:pPr>
                      <a:r>
                        <a:rPr lang="en" sz="1300">
                          <a:solidFill>
                            <a:schemeClr val="dk1"/>
                          </a:solidFill>
                          <a:latin typeface="Inter"/>
                          <a:ea typeface="Inter"/>
                          <a:cs typeface="Inter"/>
                          <a:sym typeface="Inter"/>
                        </a:rPr>
                        <a:t>0.042</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bl>
          </a:graphicData>
        </a:graphic>
      </p:graphicFrame>
      <p:pic>
        <p:nvPicPr>
          <p:cNvPr id="645" name="Google Shape;645;p37"/>
          <p:cNvPicPr preferRelativeResize="0"/>
          <p:nvPr/>
        </p:nvPicPr>
        <p:blipFill>
          <a:blip r:embed="rId3">
            <a:alphaModFix/>
          </a:blip>
          <a:stretch>
            <a:fillRect/>
          </a:stretch>
        </p:blipFill>
        <p:spPr>
          <a:xfrm>
            <a:off x="4868812" y="427163"/>
            <a:ext cx="3442405" cy="608425"/>
          </a:xfrm>
          <a:prstGeom prst="rect">
            <a:avLst/>
          </a:prstGeom>
          <a:noFill/>
          <a:ln cap="flat" cmpd="sng" w="9525">
            <a:solidFill>
              <a:srgbClr val="FF0000"/>
            </a:solidFill>
            <a:prstDash val="solid"/>
            <a:round/>
            <a:headEnd len="sm" w="sm" type="none"/>
            <a:tailEnd len="sm" w="sm" type="none"/>
          </a:ln>
        </p:spPr>
      </p:pic>
      <p:grpSp>
        <p:nvGrpSpPr>
          <p:cNvPr id="646" name="Google Shape;646;p37"/>
          <p:cNvGrpSpPr/>
          <p:nvPr/>
        </p:nvGrpSpPr>
        <p:grpSpPr>
          <a:xfrm>
            <a:off x="6579725" y="1898850"/>
            <a:ext cx="1359549" cy="2228850"/>
            <a:chOff x="822425" y="2691800"/>
            <a:chExt cx="1359549" cy="2228850"/>
          </a:xfrm>
        </p:grpSpPr>
        <p:pic>
          <p:nvPicPr>
            <p:cNvPr id="647" name="Google Shape;647;p37"/>
            <p:cNvPicPr preferRelativeResize="0"/>
            <p:nvPr/>
          </p:nvPicPr>
          <p:blipFill rotWithShape="1">
            <a:blip r:embed="rId4">
              <a:alphaModFix/>
            </a:blip>
            <a:srcRect b="0" l="80915" r="-645" t="0"/>
            <a:stretch/>
          </p:blipFill>
          <p:spPr>
            <a:xfrm>
              <a:off x="1279925" y="2691800"/>
              <a:ext cx="902050" cy="2228850"/>
            </a:xfrm>
            <a:prstGeom prst="rect">
              <a:avLst/>
            </a:prstGeom>
            <a:noFill/>
            <a:ln>
              <a:noFill/>
            </a:ln>
          </p:spPr>
        </p:pic>
        <p:pic>
          <p:nvPicPr>
            <p:cNvPr id="648" name="Google Shape;648;p37"/>
            <p:cNvPicPr preferRelativeResize="0"/>
            <p:nvPr/>
          </p:nvPicPr>
          <p:blipFill rotWithShape="1">
            <a:blip r:embed="rId4">
              <a:alphaModFix/>
            </a:blip>
            <a:srcRect b="0" l="0" r="89993" t="0"/>
            <a:stretch/>
          </p:blipFill>
          <p:spPr>
            <a:xfrm>
              <a:off x="822425" y="2691800"/>
              <a:ext cx="457500" cy="2228850"/>
            </a:xfrm>
            <a:prstGeom prst="rect">
              <a:avLst/>
            </a:prstGeom>
            <a:noFill/>
            <a:ln>
              <a:noFill/>
            </a:ln>
          </p:spPr>
        </p:pic>
      </p:grpSp>
      <p:sp>
        <p:nvSpPr>
          <p:cNvPr id="649" name="Google Shape;649;p37"/>
          <p:cNvSpPr/>
          <p:nvPr/>
        </p:nvSpPr>
        <p:spPr>
          <a:xfrm>
            <a:off x="6627450" y="2901125"/>
            <a:ext cx="1311900" cy="198300"/>
          </a:xfrm>
          <a:prstGeom prst="rect">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50" name="Google Shape;650;p37"/>
          <p:cNvSpPr/>
          <p:nvPr/>
        </p:nvSpPr>
        <p:spPr>
          <a:xfrm>
            <a:off x="6627450" y="3890950"/>
            <a:ext cx="1311900" cy="198300"/>
          </a:xfrm>
          <a:prstGeom prst="rect">
            <a:avLst/>
          </a:prstGeom>
          <a:noFill/>
          <a:ln cap="flat" cmpd="sng" w="1905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38"/>
          <p:cNvSpPr txBox="1"/>
          <p:nvPr>
            <p:ph idx="1" type="subTitle"/>
          </p:nvPr>
        </p:nvSpPr>
        <p:spPr>
          <a:xfrm>
            <a:off x="720075" y="1077500"/>
            <a:ext cx="7754400" cy="3987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AutoNum type="arabicPeriod"/>
            </a:pPr>
            <a:r>
              <a:rPr b="1" lang="en"/>
              <a:t>Min-Max Normalization</a:t>
            </a:r>
            <a:endParaRPr b="1"/>
          </a:p>
        </p:txBody>
      </p:sp>
      <p:sp>
        <p:nvSpPr>
          <p:cNvPr id="656" name="Google Shape;656;p3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 2</a:t>
            </a:r>
            <a:endParaRPr/>
          </a:p>
        </p:txBody>
      </p:sp>
      <p:grpSp>
        <p:nvGrpSpPr>
          <p:cNvPr id="657" name="Google Shape;657;p38"/>
          <p:cNvGrpSpPr/>
          <p:nvPr/>
        </p:nvGrpSpPr>
        <p:grpSpPr>
          <a:xfrm>
            <a:off x="350755" y="4018677"/>
            <a:ext cx="902056" cy="901976"/>
            <a:chOff x="4246593" y="503852"/>
            <a:chExt cx="902056" cy="901976"/>
          </a:xfrm>
        </p:grpSpPr>
        <p:grpSp>
          <p:nvGrpSpPr>
            <p:cNvPr id="658" name="Google Shape;658;p38"/>
            <p:cNvGrpSpPr/>
            <p:nvPr/>
          </p:nvGrpSpPr>
          <p:grpSpPr>
            <a:xfrm>
              <a:off x="4246593" y="503900"/>
              <a:ext cx="901831" cy="901928"/>
              <a:chOff x="5998919" y="3270921"/>
              <a:chExt cx="1426046" cy="1426198"/>
            </a:xfrm>
          </p:grpSpPr>
          <p:sp>
            <p:nvSpPr>
              <p:cNvPr id="659" name="Google Shape;659;p38"/>
              <p:cNvSpPr/>
              <p:nvPr/>
            </p:nvSpPr>
            <p:spPr>
              <a:xfrm>
                <a:off x="5998919" y="3270921"/>
                <a:ext cx="713137" cy="713137"/>
              </a:xfrm>
              <a:custGeom>
                <a:rect b="b" l="l" r="r" t="t"/>
                <a:pathLst>
                  <a:path extrusionOk="0" h="713137" w="713137">
                    <a:moveTo>
                      <a:pt x="713137" y="521407"/>
                    </a:moveTo>
                    <a:lnTo>
                      <a:pt x="713137" y="0"/>
                    </a:lnTo>
                    <a:cubicBezTo>
                      <a:pt x="319271" y="0"/>
                      <a:pt x="0" y="319271"/>
                      <a:pt x="0" y="713137"/>
                    </a:cubicBezTo>
                    <a:lnTo>
                      <a:pt x="521408" y="713137"/>
                    </a:lnTo>
                    <a:cubicBezTo>
                      <a:pt x="521408" y="607245"/>
                      <a:pt x="607245" y="521407"/>
                      <a:pt x="713137" y="52140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0" name="Google Shape;660;p38"/>
              <p:cNvSpPr/>
              <p:nvPr/>
            </p:nvSpPr>
            <p:spPr>
              <a:xfrm>
                <a:off x="5998919" y="3983982"/>
                <a:ext cx="1426046" cy="713137"/>
              </a:xfrm>
              <a:custGeom>
                <a:rect b="b" l="l" r="r" t="t"/>
                <a:pathLst>
                  <a:path extrusionOk="0" h="713137" w="1426046">
                    <a:moveTo>
                      <a:pt x="904715" y="5165"/>
                    </a:moveTo>
                    <a:cubicBezTo>
                      <a:pt x="901981" y="108702"/>
                      <a:pt x="817282" y="191730"/>
                      <a:pt x="713137" y="191730"/>
                    </a:cubicBezTo>
                    <a:cubicBezTo>
                      <a:pt x="607245" y="191730"/>
                      <a:pt x="521408" y="105892"/>
                      <a:pt x="521408" y="0"/>
                    </a:cubicBezTo>
                    <a:lnTo>
                      <a:pt x="0" y="0"/>
                    </a:lnTo>
                    <a:cubicBezTo>
                      <a:pt x="0" y="393866"/>
                      <a:pt x="319271" y="713137"/>
                      <a:pt x="713137" y="713137"/>
                    </a:cubicBezTo>
                    <a:cubicBezTo>
                      <a:pt x="1100623" y="713137"/>
                      <a:pt x="1415867" y="404121"/>
                      <a:pt x="1426047" y="19067"/>
                    </a:cubicBezTo>
                    <a:lnTo>
                      <a:pt x="904715" y="51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661" name="Google Shape;661;p38"/>
            <p:cNvSpPr/>
            <p:nvPr/>
          </p:nvSpPr>
          <p:spPr>
            <a:xfrm>
              <a:off x="4783305" y="636091"/>
              <a:ext cx="365344" cy="330991"/>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2" name="Google Shape;662;p38"/>
            <p:cNvSpPr/>
            <p:nvPr/>
          </p:nvSpPr>
          <p:spPr>
            <a:xfrm>
              <a:off x="4810784" y="788761"/>
              <a:ext cx="309659" cy="122566"/>
            </a:xfrm>
            <a:custGeom>
              <a:rect b="b" l="l" r="r" t="t"/>
              <a:pathLst>
                <a:path extrusionOk="0" h="193780" w="489579">
                  <a:moveTo>
                    <a:pt x="0" y="193781"/>
                  </a:moveTo>
                  <a:lnTo>
                    <a:pt x="48957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663" name="Google Shape;663;p38"/>
            <p:cNvGrpSpPr/>
            <p:nvPr/>
          </p:nvGrpSpPr>
          <p:grpSpPr>
            <a:xfrm>
              <a:off x="4246593" y="503852"/>
              <a:ext cx="901928" cy="901976"/>
              <a:chOff x="5998919" y="3270845"/>
              <a:chExt cx="1426198" cy="1426274"/>
            </a:xfrm>
          </p:grpSpPr>
          <p:sp>
            <p:nvSpPr>
              <p:cNvPr id="664" name="Google Shape;664;p38"/>
              <p:cNvSpPr/>
              <p:nvPr/>
            </p:nvSpPr>
            <p:spPr>
              <a:xfrm>
                <a:off x="6712056" y="3270845"/>
                <a:ext cx="504239" cy="577619"/>
              </a:xfrm>
              <a:custGeom>
                <a:rect b="b" l="l" r="r" t="t"/>
                <a:pathLst>
                  <a:path extrusionOk="0" h="577619" w="504239">
                    <a:moveTo>
                      <a:pt x="135518" y="577620"/>
                    </a:moveTo>
                    <a:lnTo>
                      <a:pt x="504240" y="208897"/>
                    </a:lnTo>
                    <a:cubicBezTo>
                      <a:pt x="375179" y="79837"/>
                      <a:pt x="196895" y="0"/>
                      <a:pt x="0" y="0"/>
                    </a:cubicBezTo>
                    <a:lnTo>
                      <a:pt x="0" y="521408"/>
                    </a:lnTo>
                    <a:cubicBezTo>
                      <a:pt x="52946" y="521483"/>
                      <a:pt x="100879" y="542905"/>
                      <a:pt x="135518" y="57762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5" name="Google Shape;665;p38"/>
              <p:cNvSpPr/>
              <p:nvPr/>
            </p:nvSpPr>
            <p:spPr>
              <a:xfrm>
                <a:off x="6847498" y="3479895"/>
                <a:ext cx="577619" cy="523306"/>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6" name="Google Shape;666;p38"/>
              <p:cNvSpPr/>
              <p:nvPr/>
            </p:nvSpPr>
            <p:spPr>
              <a:xfrm>
                <a:off x="5998919" y="3270845"/>
                <a:ext cx="1426046" cy="1426274"/>
              </a:xfrm>
              <a:custGeom>
                <a:rect b="b" l="l" r="r" t="t"/>
                <a:pathLst>
                  <a:path extrusionOk="0" h="1426274" w="1426046">
                    <a:moveTo>
                      <a:pt x="904715" y="718303"/>
                    </a:moveTo>
                    <a:cubicBezTo>
                      <a:pt x="901981" y="821840"/>
                      <a:pt x="817282" y="904867"/>
                      <a:pt x="713137" y="904867"/>
                    </a:cubicBezTo>
                    <a:cubicBezTo>
                      <a:pt x="607245" y="904867"/>
                      <a:pt x="521408" y="819029"/>
                      <a:pt x="521408" y="713137"/>
                    </a:cubicBezTo>
                    <a:cubicBezTo>
                      <a:pt x="521408" y="607245"/>
                      <a:pt x="607245" y="521408"/>
                      <a:pt x="713137" y="521408"/>
                    </a:cubicBezTo>
                    <a:lnTo>
                      <a:pt x="713137" y="0"/>
                    </a:lnTo>
                    <a:cubicBezTo>
                      <a:pt x="319271" y="0"/>
                      <a:pt x="0" y="319271"/>
                      <a:pt x="0" y="713137"/>
                    </a:cubicBezTo>
                    <a:cubicBezTo>
                      <a:pt x="0" y="1107003"/>
                      <a:pt x="319271" y="1426274"/>
                      <a:pt x="713137" y="1426274"/>
                    </a:cubicBezTo>
                    <a:cubicBezTo>
                      <a:pt x="1100623" y="1426274"/>
                      <a:pt x="1415867" y="1117258"/>
                      <a:pt x="1426047" y="732204"/>
                    </a:cubicBezTo>
                    <a:lnTo>
                      <a:pt x="904715" y="718303"/>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aphicFrame>
        <p:nvGraphicFramePr>
          <p:cNvPr id="667" name="Google Shape;667;p38"/>
          <p:cNvGraphicFramePr/>
          <p:nvPr/>
        </p:nvGraphicFramePr>
        <p:xfrm>
          <a:off x="1183688" y="1908950"/>
          <a:ext cx="3000000" cy="3000000"/>
        </p:xfrm>
        <a:graphic>
          <a:graphicData uri="http://schemas.openxmlformats.org/drawingml/2006/table">
            <a:tbl>
              <a:tblPr>
                <a:noFill/>
                <a:tableStyleId>{A2FDEE08-4641-4CD2-A474-4644EB69D9D1}</a:tableStyleId>
              </a:tblPr>
              <a:tblGrid>
                <a:gridCol w="1694150"/>
                <a:gridCol w="1694150"/>
                <a:gridCol w="1694150"/>
                <a:gridCol w="1694150"/>
              </a:tblGrid>
              <a:tr h="862000">
                <a:tc>
                  <a:txBody>
                    <a:bodyPr/>
                    <a:lstStyle/>
                    <a:p>
                      <a:pPr indent="0" lvl="0" marL="0" rtl="0" algn="ctr">
                        <a:spcBef>
                          <a:spcPts val="0"/>
                        </a:spcBef>
                        <a:spcAft>
                          <a:spcPts val="0"/>
                        </a:spcAft>
                        <a:buNone/>
                      </a:pPr>
                      <a:r>
                        <a:rPr b="1" lang="en" sz="1600">
                          <a:solidFill>
                            <a:srgbClr val="17175A"/>
                          </a:solidFill>
                          <a:latin typeface="Passion One"/>
                          <a:ea typeface="Passion One"/>
                          <a:cs typeface="Passion One"/>
                          <a:sym typeface="Passion One"/>
                        </a:rPr>
                        <a:t>Norm. sepal length</a:t>
                      </a:r>
                      <a:endParaRPr b="1" sz="1600">
                        <a:solidFill>
                          <a:srgbClr val="17175A"/>
                        </a:solidFill>
                        <a:latin typeface="Passion One"/>
                        <a:ea typeface="Passion One"/>
                        <a:cs typeface="Passion One"/>
                        <a:sym typeface="Passion One"/>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rgbClr val="F6F2CC"/>
                    </a:solidFill>
                  </a:tcPr>
                </a:tc>
                <a:tc>
                  <a:txBody>
                    <a:bodyPr/>
                    <a:lstStyle/>
                    <a:p>
                      <a:pPr indent="0" lvl="0" marL="0" rtl="0" algn="ctr">
                        <a:spcBef>
                          <a:spcPts val="0"/>
                        </a:spcBef>
                        <a:spcAft>
                          <a:spcPts val="0"/>
                        </a:spcAft>
                        <a:buNone/>
                      </a:pPr>
                      <a:r>
                        <a:rPr b="1" lang="en" sz="1600">
                          <a:solidFill>
                            <a:srgbClr val="17175A"/>
                          </a:solidFill>
                          <a:latin typeface="Passion One"/>
                          <a:ea typeface="Passion One"/>
                          <a:cs typeface="Passion One"/>
                          <a:sym typeface="Passion One"/>
                        </a:rPr>
                        <a:t>Norm. sepal width</a:t>
                      </a:r>
                      <a:endParaRPr b="1" sz="1600">
                        <a:solidFill>
                          <a:srgbClr val="17175A"/>
                        </a:solidFill>
                        <a:latin typeface="Passion One"/>
                        <a:ea typeface="Passion One"/>
                        <a:cs typeface="Passion One"/>
                        <a:sym typeface="Passion One"/>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rgbClr val="F6F2CC"/>
                    </a:solidFill>
                  </a:tcPr>
                </a:tc>
                <a:tc>
                  <a:txBody>
                    <a:bodyPr/>
                    <a:lstStyle/>
                    <a:p>
                      <a:pPr indent="0" lvl="0" marL="0" rtl="0" algn="ctr">
                        <a:spcBef>
                          <a:spcPts val="0"/>
                        </a:spcBef>
                        <a:spcAft>
                          <a:spcPts val="0"/>
                        </a:spcAft>
                        <a:buNone/>
                      </a:pPr>
                      <a:r>
                        <a:rPr b="1" lang="en" sz="1600">
                          <a:solidFill>
                            <a:srgbClr val="17175A"/>
                          </a:solidFill>
                          <a:latin typeface="Passion One"/>
                          <a:ea typeface="Passion One"/>
                          <a:cs typeface="Passion One"/>
                          <a:sym typeface="Passion One"/>
                        </a:rPr>
                        <a:t>Norm. petal length</a:t>
                      </a:r>
                      <a:endParaRPr b="1" sz="1600">
                        <a:solidFill>
                          <a:srgbClr val="17175A"/>
                        </a:solidFill>
                        <a:latin typeface="Passion One"/>
                        <a:ea typeface="Passion One"/>
                        <a:cs typeface="Passion One"/>
                        <a:sym typeface="Passion One"/>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rgbClr val="F6F2CC"/>
                    </a:solidFill>
                  </a:tcPr>
                </a:tc>
                <a:tc>
                  <a:txBody>
                    <a:bodyPr/>
                    <a:lstStyle/>
                    <a:p>
                      <a:pPr indent="0" lvl="0" marL="0" rtl="0" algn="ctr">
                        <a:spcBef>
                          <a:spcPts val="0"/>
                        </a:spcBef>
                        <a:spcAft>
                          <a:spcPts val="0"/>
                        </a:spcAft>
                        <a:buNone/>
                      </a:pPr>
                      <a:r>
                        <a:rPr b="1" lang="en" sz="1600">
                          <a:solidFill>
                            <a:srgbClr val="17175A"/>
                          </a:solidFill>
                          <a:latin typeface="Passion One"/>
                          <a:ea typeface="Passion One"/>
                          <a:cs typeface="Passion One"/>
                          <a:sym typeface="Passion One"/>
                        </a:rPr>
                        <a:t>Norm. petal width</a:t>
                      </a:r>
                      <a:endParaRPr b="1" sz="1600">
                        <a:solidFill>
                          <a:srgbClr val="17175A"/>
                        </a:solidFill>
                        <a:latin typeface="Passion One"/>
                        <a:ea typeface="Passion One"/>
                        <a:cs typeface="Passion One"/>
                        <a:sym typeface="Passion One"/>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rgbClr val="F6F2CC"/>
                    </a:solidFill>
                  </a:tcPr>
                </a:tc>
              </a:tr>
              <a:tr h="3591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0.222</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0.625</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0.068</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0.042</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r>
              <a:tr h="3591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0.166</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0.416</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0.068</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Inter"/>
                          <a:ea typeface="Inter"/>
                          <a:cs typeface="Inter"/>
                          <a:sym typeface="Inter"/>
                        </a:rPr>
                        <a:t>0.042</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r>
              <a:tr h="3591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0.111</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0.5</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0.05</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Inter"/>
                          <a:ea typeface="Inter"/>
                          <a:cs typeface="Inter"/>
                          <a:sym typeface="Inter"/>
                        </a:rPr>
                        <a:t>0.042</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r>
              <a:tr h="3591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0.083</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0.458</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0.085</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Inter"/>
                          <a:ea typeface="Inter"/>
                          <a:cs typeface="Inter"/>
                          <a:sym typeface="Inter"/>
                        </a:rPr>
                        <a:t>0.042</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r>
              <a:tr h="3591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0.194</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0.667</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0.068</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Inter"/>
                          <a:ea typeface="Inter"/>
                          <a:cs typeface="Inter"/>
                          <a:sym typeface="Inter"/>
                        </a:rPr>
                        <a:t>0.042</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r>
            </a:tbl>
          </a:graphicData>
        </a:graphic>
      </p:graphicFrame>
      <p:pic>
        <p:nvPicPr>
          <p:cNvPr id="668" name="Google Shape;668;p38"/>
          <p:cNvPicPr preferRelativeResize="0"/>
          <p:nvPr/>
        </p:nvPicPr>
        <p:blipFill>
          <a:blip r:embed="rId3">
            <a:alphaModFix/>
          </a:blip>
          <a:stretch>
            <a:fillRect/>
          </a:stretch>
        </p:blipFill>
        <p:spPr>
          <a:xfrm>
            <a:off x="4868812" y="427163"/>
            <a:ext cx="3442405" cy="608425"/>
          </a:xfrm>
          <a:prstGeom prst="rect">
            <a:avLst/>
          </a:prstGeom>
          <a:noFill/>
          <a:ln cap="flat" cmpd="sng" w="9525">
            <a:solidFill>
              <a:srgbClr val="FF0000"/>
            </a:solidFill>
            <a:prstDash val="solid"/>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39"/>
          <p:cNvSpPr txBox="1"/>
          <p:nvPr>
            <p:ph idx="1" type="subTitle"/>
          </p:nvPr>
        </p:nvSpPr>
        <p:spPr>
          <a:xfrm>
            <a:off x="720075" y="1077500"/>
            <a:ext cx="7754400" cy="39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2.     Z-score Normalization (Sepal Length)</a:t>
            </a:r>
            <a:endParaRPr b="1"/>
          </a:p>
        </p:txBody>
      </p:sp>
      <p:sp>
        <p:nvSpPr>
          <p:cNvPr id="674" name="Google Shape;674;p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 2</a:t>
            </a:r>
            <a:endParaRPr/>
          </a:p>
        </p:txBody>
      </p:sp>
      <p:grpSp>
        <p:nvGrpSpPr>
          <p:cNvPr id="675" name="Google Shape;675;p39"/>
          <p:cNvGrpSpPr/>
          <p:nvPr/>
        </p:nvGrpSpPr>
        <p:grpSpPr>
          <a:xfrm>
            <a:off x="350755" y="4018677"/>
            <a:ext cx="902056" cy="901976"/>
            <a:chOff x="4246593" y="503852"/>
            <a:chExt cx="902056" cy="901976"/>
          </a:xfrm>
        </p:grpSpPr>
        <p:grpSp>
          <p:nvGrpSpPr>
            <p:cNvPr id="676" name="Google Shape;676;p39"/>
            <p:cNvGrpSpPr/>
            <p:nvPr/>
          </p:nvGrpSpPr>
          <p:grpSpPr>
            <a:xfrm>
              <a:off x="4246593" y="503900"/>
              <a:ext cx="901831" cy="901928"/>
              <a:chOff x="5998919" y="3270921"/>
              <a:chExt cx="1426046" cy="1426198"/>
            </a:xfrm>
          </p:grpSpPr>
          <p:sp>
            <p:nvSpPr>
              <p:cNvPr id="677" name="Google Shape;677;p39"/>
              <p:cNvSpPr/>
              <p:nvPr/>
            </p:nvSpPr>
            <p:spPr>
              <a:xfrm>
                <a:off x="5998919" y="3270921"/>
                <a:ext cx="713137" cy="713137"/>
              </a:xfrm>
              <a:custGeom>
                <a:rect b="b" l="l" r="r" t="t"/>
                <a:pathLst>
                  <a:path extrusionOk="0" h="713137" w="713137">
                    <a:moveTo>
                      <a:pt x="713137" y="521407"/>
                    </a:moveTo>
                    <a:lnTo>
                      <a:pt x="713137" y="0"/>
                    </a:lnTo>
                    <a:cubicBezTo>
                      <a:pt x="319271" y="0"/>
                      <a:pt x="0" y="319271"/>
                      <a:pt x="0" y="713137"/>
                    </a:cubicBezTo>
                    <a:lnTo>
                      <a:pt x="521408" y="713137"/>
                    </a:lnTo>
                    <a:cubicBezTo>
                      <a:pt x="521408" y="607245"/>
                      <a:pt x="607245" y="521407"/>
                      <a:pt x="713137" y="52140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8" name="Google Shape;678;p39"/>
              <p:cNvSpPr/>
              <p:nvPr/>
            </p:nvSpPr>
            <p:spPr>
              <a:xfrm>
                <a:off x="5998919" y="3983982"/>
                <a:ext cx="1426046" cy="713137"/>
              </a:xfrm>
              <a:custGeom>
                <a:rect b="b" l="l" r="r" t="t"/>
                <a:pathLst>
                  <a:path extrusionOk="0" h="713137" w="1426046">
                    <a:moveTo>
                      <a:pt x="904715" y="5165"/>
                    </a:moveTo>
                    <a:cubicBezTo>
                      <a:pt x="901981" y="108702"/>
                      <a:pt x="817282" y="191730"/>
                      <a:pt x="713137" y="191730"/>
                    </a:cubicBezTo>
                    <a:cubicBezTo>
                      <a:pt x="607245" y="191730"/>
                      <a:pt x="521408" y="105892"/>
                      <a:pt x="521408" y="0"/>
                    </a:cubicBezTo>
                    <a:lnTo>
                      <a:pt x="0" y="0"/>
                    </a:lnTo>
                    <a:cubicBezTo>
                      <a:pt x="0" y="393866"/>
                      <a:pt x="319271" y="713137"/>
                      <a:pt x="713137" y="713137"/>
                    </a:cubicBezTo>
                    <a:cubicBezTo>
                      <a:pt x="1100623" y="713137"/>
                      <a:pt x="1415867" y="404121"/>
                      <a:pt x="1426047" y="19067"/>
                    </a:cubicBezTo>
                    <a:lnTo>
                      <a:pt x="904715" y="51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679" name="Google Shape;679;p39"/>
            <p:cNvSpPr/>
            <p:nvPr/>
          </p:nvSpPr>
          <p:spPr>
            <a:xfrm>
              <a:off x="4783305" y="636091"/>
              <a:ext cx="365344" cy="330991"/>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0" name="Google Shape;680;p39"/>
            <p:cNvSpPr/>
            <p:nvPr/>
          </p:nvSpPr>
          <p:spPr>
            <a:xfrm>
              <a:off x="4810784" y="788761"/>
              <a:ext cx="309659" cy="122566"/>
            </a:xfrm>
            <a:custGeom>
              <a:rect b="b" l="l" r="r" t="t"/>
              <a:pathLst>
                <a:path extrusionOk="0" h="193780" w="489579">
                  <a:moveTo>
                    <a:pt x="0" y="193781"/>
                  </a:moveTo>
                  <a:lnTo>
                    <a:pt x="48957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681" name="Google Shape;681;p39"/>
            <p:cNvGrpSpPr/>
            <p:nvPr/>
          </p:nvGrpSpPr>
          <p:grpSpPr>
            <a:xfrm>
              <a:off x="4246593" y="503852"/>
              <a:ext cx="901928" cy="901976"/>
              <a:chOff x="5998919" y="3270845"/>
              <a:chExt cx="1426198" cy="1426274"/>
            </a:xfrm>
          </p:grpSpPr>
          <p:sp>
            <p:nvSpPr>
              <p:cNvPr id="682" name="Google Shape;682;p39"/>
              <p:cNvSpPr/>
              <p:nvPr/>
            </p:nvSpPr>
            <p:spPr>
              <a:xfrm>
                <a:off x="6712056" y="3270845"/>
                <a:ext cx="504239" cy="577619"/>
              </a:xfrm>
              <a:custGeom>
                <a:rect b="b" l="l" r="r" t="t"/>
                <a:pathLst>
                  <a:path extrusionOk="0" h="577619" w="504239">
                    <a:moveTo>
                      <a:pt x="135518" y="577620"/>
                    </a:moveTo>
                    <a:lnTo>
                      <a:pt x="504240" y="208897"/>
                    </a:lnTo>
                    <a:cubicBezTo>
                      <a:pt x="375179" y="79837"/>
                      <a:pt x="196895" y="0"/>
                      <a:pt x="0" y="0"/>
                    </a:cubicBezTo>
                    <a:lnTo>
                      <a:pt x="0" y="521408"/>
                    </a:lnTo>
                    <a:cubicBezTo>
                      <a:pt x="52946" y="521483"/>
                      <a:pt x="100879" y="542905"/>
                      <a:pt x="135518" y="57762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3" name="Google Shape;683;p39"/>
              <p:cNvSpPr/>
              <p:nvPr/>
            </p:nvSpPr>
            <p:spPr>
              <a:xfrm>
                <a:off x="6847498" y="3479895"/>
                <a:ext cx="577619" cy="523306"/>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4" name="Google Shape;684;p39"/>
              <p:cNvSpPr/>
              <p:nvPr/>
            </p:nvSpPr>
            <p:spPr>
              <a:xfrm>
                <a:off x="5998919" y="3270845"/>
                <a:ext cx="1426046" cy="1426274"/>
              </a:xfrm>
              <a:custGeom>
                <a:rect b="b" l="l" r="r" t="t"/>
                <a:pathLst>
                  <a:path extrusionOk="0" h="1426274" w="1426046">
                    <a:moveTo>
                      <a:pt x="904715" y="718303"/>
                    </a:moveTo>
                    <a:cubicBezTo>
                      <a:pt x="901981" y="821840"/>
                      <a:pt x="817282" y="904867"/>
                      <a:pt x="713137" y="904867"/>
                    </a:cubicBezTo>
                    <a:cubicBezTo>
                      <a:pt x="607245" y="904867"/>
                      <a:pt x="521408" y="819029"/>
                      <a:pt x="521408" y="713137"/>
                    </a:cubicBezTo>
                    <a:cubicBezTo>
                      <a:pt x="521408" y="607245"/>
                      <a:pt x="607245" y="521408"/>
                      <a:pt x="713137" y="521408"/>
                    </a:cubicBezTo>
                    <a:lnTo>
                      <a:pt x="713137" y="0"/>
                    </a:lnTo>
                    <a:cubicBezTo>
                      <a:pt x="319271" y="0"/>
                      <a:pt x="0" y="319271"/>
                      <a:pt x="0" y="713137"/>
                    </a:cubicBezTo>
                    <a:cubicBezTo>
                      <a:pt x="0" y="1107003"/>
                      <a:pt x="319271" y="1426274"/>
                      <a:pt x="713137" y="1426274"/>
                    </a:cubicBezTo>
                    <a:cubicBezTo>
                      <a:pt x="1100623" y="1426274"/>
                      <a:pt x="1415867" y="1117258"/>
                      <a:pt x="1426047" y="732204"/>
                    </a:cubicBezTo>
                    <a:lnTo>
                      <a:pt x="904715" y="718303"/>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aphicFrame>
        <p:nvGraphicFramePr>
          <p:cNvPr id="685" name="Google Shape;685;p39"/>
          <p:cNvGraphicFramePr/>
          <p:nvPr/>
        </p:nvGraphicFramePr>
        <p:xfrm>
          <a:off x="1539888" y="1898850"/>
          <a:ext cx="3000000" cy="3000000"/>
        </p:xfrm>
        <a:graphic>
          <a:graphicData uri="http://schemas.openxmlformats.org/drawingml/2006/table">
            <a:tbl>
              <a:tblPr>
                <a:noFill/>
                <a:tableStyleId>{A2FDEE08-4641-4CD2-A474-4644EB69D9D1}</a:tableStyleId>
              </a:tblPr>
              <a:tblGrid>
                <a:gridCol w="1608375"/>
                <a:gridCol w="2283850"/>
              </a:tblGrid>
              <a:tr h="356225">
                <a:tc>
                  <a:txBody>
                    <a:bodyPr/>
                    <a:lstStyle/>
                    <a:p>
                      <a:pPr indent="0" lvl="0" marL="0" rtl="0" algn="ctr">
                        <a:spcBef>
                          <a:spcPts val="0"/>
                        </a:spcBef>
                        <a:spcAft>
                          <a:spcPts val="0"/>
                        </a:spcAft>
                        <a:buNone/>
                      </a:pPr>
                      <a:r>
                        <a:rPr b="1" lang="en" sz="1600">
                          <a:solidFill>
                            <a:srgbClr val="17175A"/>
                          </a:solidFill>
                          <a:latin typeface="Passion One"/>
                          <a:ea typeface="Passion One"/>
                          <a:cs typeface="Passion One"/>
                          <a:sym typeface="Passion One"/>
                        </a:rPr>
                        <a:t>Sepal Length</a:t>
                      </a:r>
                      <a:endParaRPr b="1" sz="1600">
                        <a:solidFill>
                          <a:srgbClr val="17175A"/>
                        </a:solidFill>
                        <a:latin typeface="Passion One"/>
                        <a:ea typeface="Passion One"/>
                        <a:cs typeface="Passion One"/>
                        <a:sym typeface="Passion One"/>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rgbClr val="F6F2CC"/>
                    </a:solidFill>
                  </a:tcPr>
                </a:tc>
                <a:tc>
                  <a:txBody>
                    <a:bodyPr/>
                    <a:lstStyle/>
                    <a:p>
                      <a:pPr indent="0" lvl="0" marL="0" rtl="0" algn="ctr">
                        <a:spcBef>
                          <a:spcPts val="0"/>
                        </a:spcBef>
                        <a:spcAft>
                          <a:spcPts val="0"/>
                        </a:spcAft>
                        <a:buNone/>
                      </a:pPr>
                      <a:r>
                        <a:rPr b="1" lang="en" sz="1600">
                          <a:solidFill>
                            <a:srgbClr val="17175A"/>
                          </a:solidFill>
                          <a:latin typeface="Passion One"/>
                          <a:ea typeface="Passion One"/>
                          <a:cs typeface="Passion One"/>
                          <a:sym typeface="Passion One"/>
                        </a:rPr>
                        <a:t>Norm. sepal length</a:t>
                      </a:r>
                      <a:endParaRPr b="1" sz="1600">
                        <a:solidFill>
                          <a:srgbClr val="17175A"/>
                        </a:solidFill>
                        <a:latin typeface="Passion One"/>
                        <a:ea typeface="Passion One"/>
                        <a:cs typeface="Passion One"/>
                        <a:sym typeface="Passion One"/>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rgbClr val="F6F2CC"/>
                    </a:solidFill>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5.1</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-0.901</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4.9</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-1.143</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4.7</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-1.385</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4.6</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-1.507</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5</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-1.022</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bl>
          </a:graphicData>
        </a:graphic>
      </p:graphicFrame>
      <p:grpSp>
        <p:nvGrpSpPr>
          <p:cNvPr id="686" name="Google Shape;686;p39"/>
          <p:cNvGrpSpPr/>
          <p:nvPr/>
        </p:nvGrpSpPr>
        <p:grpSpPr>
          <a:xfrm>
            <a:off x="6579725" y="1898850"/>
            <a:ext cx="1359549" cy="2228850"/>
            <a:chOff x="822425" y="2691800"/>
            <a:chExt cx="1359549" cy="2228850"/>
          </a:xfrm>
        </p:grpSpPr>
        <p:pic>
          <p:nvPicPr>
            <p:cNvPr id="687" name="Google Shape;687;p39"/>
            <p:cNvPicPr preferRelativeResize="0"/>
            <p:nvPr/>
          </p:nvPicPr>
          <p:blipFill rotWithShape="1">
            <a:blip r:embed="rId3">
              <a:alphaModFix/>
            </a:blip>
            <a:srcRect b="0" l="24232" r="56038" t="0"/>
            <a:stretch/>
          </p:blipFill>
          <p:spPr>
            <a:xfrm>
              <a:off x="1279925" y="2691800"/>
              <a:ext cx="902050" cy="2228850"/>
            </a:xfrm>
            <a:prstGeom prst="rect">
              <a:avLst/>
            </a:prstGeom>
            <a:noFill/>
            <a:ln>
              <a:noFill/>
            </a:ln>
          </p:spPr>
        </p:pic>
        <p:pic>
          <p:nvPicPr>
            <p:cNvPr id="688" name="Google Shape;688;p39"/>
            <p:cNvPicPr preferRelativeResize="0"/>
            <p:nvPr/>
          </p:nvPicPr>
          <p:blipFill rotWithShape="1">
            <a:blip r:embed="rId3">
              <a:alphaModFix/>
            </a:blip>
            <a:srcRect b="0" l="0" r="89993" t="0"/>
            <a:stretch/>
          </p:blipFill>
          <p:spPr>
            <a:xfrm>
              <a:off x="822425" y="2691800"/>
              <a:ext cx="457500" cy="2228850"/>
            </a:xfrm>
            <a:prstGeom prst="rect">
              <a:avLst/>
            </a:prstGeom>
            <a:noFill/>
            <a:ln>
              <a:noFill/>
            </a:ln>
          </p:spPr>
        </p:pic>
      </p:grpSp>
      <p:sp>
        <p:nvSpPr>
          <p:cNvPr id="689" name="Google Shape;689;p39"/>
          <p:cNvSpPr/>
          <p:nvPr/>
        </p:nvSpPr>
        <p:spPr>
          <a:xfrm>
            <a:off x="6603550" y="2397150"/>
            <a:ext cx="1311900" cy="198300"/>
          </a:xfrm>
          <a:prstGeom prst="rect">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90" name="Google Shape;690;p39"/>
          <p:cNvSpPr/>
          <p:nvPr/>
        </p:nvSpPr>
        <p:spPr>
          <a:xfrm>
            <a:off x="6603550" y="2645525"/>
            <a:ext cx="1311900" cy="198300"/>
          </a:xfrm>
          <a:prstGeom prst="rect">
            <a:avLst/>
          </a:prstGeom>
          <a:noFill/>
          <a:ln cap="flat" cmpd="sng" w="1905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pic>
        <p:nvPicPr>
          <p:cNvPr id="691" name="Google Shape;691;p39"/>
          <p:cNvPicPr preferRelativeResize="0"/>
          <p:nvPr/>
        </p:nvPicPr>
        <p:blipFill rotWithShape="1">
          <a:blip r:embed="rId4">
            <a:alphaModFix/>
          </a:blip>
          <a:srcRect b="14332" l="13181" r="13181" t="16530"/>
          <a:stretch/>
        </p:blipFill>
        <p:spPr>
          <a:xfrm>
            <a:off x="5613262" y="280400"/>
            <a:ext cx="1953496" cy="901975"/>
          </a:xfrm>
          <a:prstGeom prst="rect">
            <a:avLst/>
          </a:prstGeom>
          <a:noFill/>
          <a:ln cap="flat" cmpd="sng" w="9525">
            <a:solidFill>
              <a:srgbClr val="FF0000"/>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40"/>
          <p:cNvSpPr txBox="1"/>
          <p:nvPr>
            <p:ph idx="1" type="subTitle"/>
          </p:nvPr>
        </p:nvSpPr>
        <p:spPr>
          <a:xfrm>
            <a:off x="720075" y="1077500"/>
            <a:ext cx="7754400" cy="39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2.     Z-score Normalization (Sepal Width)</a:t>
            </a:r>
            <a:endParaRPr b="1"/>
          </a:p>
        </p:txBody>
      </p:sp>
      <p:sp>
        <p:nvSpPr>
          <p:cNvPr id="697" name="Google Shape;697;p4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 2</a:t>
            </a:r>
            <a:endParaRPr/>
          </a:p>
        </p:txBody>
      </p:sp>
      <p:grpSp>
        <p:nvGrpSpPr>
          <p:cNvPr id="698" name="Google Shape;698;p40"/>
          <p:cNvGrpSpPr/>
          <p:nvPr/>
        </p:nvGrpSpPr>
        <p:grpSpPr>
          <a:xfrm>
            <a:off x="350755" y="4018677"/>
            <a:ext cx="902056" cy="901976"/>
            <a:chOff x="4246593" y="503852"/>
            <a:chExt cx="902056" cy="901976"/>
          </a:xfrm>
        </p:grpSpPr>
        <p:grpSp>
          <p:nvGrpSpPr>
            <p:cNvPr id="699" name="Google Shape;699;p40"/>
            <p:cNvGrpSpPr/>
            <p:nvPr/>
          </p:nvGrpSpPr>
          <p:grpSpPr>
            <a:xfrm>
              <a:off x="4246593" y="503900"/>
              <a:ext cx="901831" cy="901928"/>
              <a:chOff x="5998919" y="3270921"/>
              <a:chExt cx="1426046" cy="1426198"/>
            </a:xfrm>
          </p:grpSpPr>
          <p:sp>
            <p:nvSpPr>
              <p:cNvPr id="700" name="Google Shape;700;p40"/>
              <p:cNvSpPr/>
              <p:nvPr/>
            </p:nvSpPr>
            <p:spPr>
              <a:xfrm>
                <a:off x="5998919" y="3270921"/>
                <a:ext cx="713137" cy="713137"/>
              </a:xfrm>
              <a:custGeom>
                <a:rect b="b" l="l" r="r" t="t"/>
                <a:pathLst>
                  <a:path extrusionOk="0" h="713137" w="713137">
                    <a:moveTo>
                      <a:pt x="713137" y="521407"/>
                    </a:moveTo>
                    <a:lnTo>
                      <a:pt x="713137" y="0"/>
                    </a:lnTo>
                    <a:cubicBezTo>
                      <a:pt x="319271" y="0"/>
                      <a:pt x="0" y="319271"/>
                      <a:pt x="0" y="713137"/>
                    </a:cubicBezTo>
                    <a:lnTo>
                      <a:pt x="521408" y="713137"/>
                    </a:lnTo>
                    <a:cubicBezTo>
                      <a:pt x="521408" y="607245"/>
                      <a:pt x="607245" y="521407"/>
                      <a:pt x="713137" y="52140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1" name="Google Shape;701;p40"/>
              <p:cNvSpPr/>
              <p:nvPr/>
            </p:nvSpPr>
            <p:spPr>
              <a:xfrm>
                <a:off x="5998919" y="3983982"/>
                <a:ext cx="1426046" cy="713137"/>
              </a:xfrm>
              <a:custGeom>
                <a:rect b="b" l="l" r="r" t="t"/>
                <a:pathLst>
                  <a:path extrusionOk="0" h="713137" w="1426046">
                    <a:moveTo>
                      <a:pt x="904715" y="5165"/>
                    </a:moveTo>
                    <a:cubicBezTo>
                      <a:pt x="901981" y="108702"/>
                      <a:pt x="817282" y="191730"/>
                      <a:pt x="713137" y="191730"/>
                    </a:cubicBezTo>
                    <a:cubicBezTo>
                      <a:pt x="607245" y="191730"/>
                      <a:pt x="521408" y="105892"/>
                      <a:pt x="521408" y="0"/>
                    </a:cubicBezTo>
                    <a:lnTo>
                      <a:pt x="0" y="0"/>
                    </a:lnTo>
                    <a:cubicBezTo>
                      <a:pt x="0" y="393866"/>
                      <a:pt x="319271" y="713137"/>
                      <a:pt x="713137" y="713137"/>
                    </a:cubicBezTo>
                    <a:cubicBezTo>
                      <a:pt x="1100623" y="713137"/>
                      <a:pt x="1415867" y="404121"/>
                      <a:pt x="1426047" y="19067"/>
                    </a:cubicBezTo>
                    <a:lnTo>
                      <a:pt x="904715" y="51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702" name="Google Shape;702;p40"/>
            <p:cNvSpPr/>
            <p:nvPr/>
          </p:nvSpPr>
          <p:spPr>
            <a:xfrm>
              <a:off x="4783305" y="636091"/>
              <a:ext cx="365344" cy="330991"/>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3" name="Google Shape;703;p40"/>
            <p:cNvSpPr/>
            <p:nvPr/>
          </p:nvSpPr>
          <p:spPr>
            <a:xfrm>
              <a:off x="4810784" y="788761"/>
              <a:ext cx="309659" cy="122566"/>
            </a:xfrm>
            <a:custGeom>
              <a:rect b="b" l="l" r="r" t="t"/>
              <a:pathLst>
                <a:path extrusionOk="0" h="193780" w="489579">
                  <a:moveTo>
                    <a:pt x="0" y="193781"/>
                  </a:moveTo>
                  <a:lnTo>
                    <a:pt x="48957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704" name="Google Shape;704;p40"/>
            <p:cNvGrpSpPr/>
            <p:nvPr/>
          </p:nvGrpSpPr>
          <p:grpSpPr>
            <a:xfrm>
              <a:off x="4246593" y="503852"/>
              <a:ext cx="901928" cy="901976"/>
              <a:chOff x="5998919" y="3270845"/>
              <a:chExt cx="1426198" cy="1426274"/>
            </a:xfrm>
          </p:grpSpPr>
          <p:sp>
            <p:nvSpPr>
              <p:cNvPr id="705" name="Google Shape;705;p40"/>
              <p:cNvSpPr/>
              <p:nvPr/>
            </p:nvSpPr>
            <p:spPr>
              <a:xfrm>
                <a:off x="6712056" y="3270845"/>
                <a:ext cx="504239" cy="577619"/>
              </a:xfrm>
              <a:custGeom>
                <a:rect b="b" l="l" r="r" t="t"/>
                <a:pathLst>
                  <a:path extrusionOk="0" h="577619" w="504239">
                    <a:moveTo>
                      <a:pt x="135518" y="577620"/>
                    </a:moveTo>
                    <a:lnTo>
                      <a:pt x="504240" y="208897"/>
                    </a:lnTo>
                    <a:cubicBezTo>
                      <a:pt x="375179" y="79837"/>
                      <a:pt x="196895" y="0"/>
                      <a:pt x="0" y="0"/>
                    </a:cubicBezTo>
                    <a:lnTo>
                      <a:pt x="0" y="521408"/>
                    </a:lnTo>
                    <a:cubicBezTo>
                      <a:pt x="52946" y="521483"/>
                      <a:pt x="100879" y="542905"/>
                      <a:pt x="135518" y="57762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6" name="Google Shape;706;p40"/>
              <p:cNvSpPr/>
              <p:nvPr/>
            </p:nvSpPr>
            <p:spPr>
              <a:xfrm>
                <a:off x="6847498" y="3479895"/>
                <a:ext cx="577619" cy="523306"/>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7" name="Google Shape;707;p40"/>
              <p:cNvSpPr/>
              <p:nvPr/>
            </p:nvSpPr>
            <p:spPr>
              <a:xfrm>
                <a:off x="5998919" y="3270845"/>
                <a:ext cx="1426046" cy="1426274"/>
              </a:xfrm>
              <a:custGeom>
                <a:rect b="b" l="l" r="r" t="t"/>
                <a:pathLst>
                  <a:path extrusionOk="0" h="1426274" w="1426046">
                    <a:moveTo>
                      <a:pt x="904715" y="718303"/>
                    </a:moveTo>
                    <a:cubicBezTo>
                      <a:pt x="901981" y="821840"/>
                      <a:pt x="817282" y="904867"/>
                      <a:pt x="713137" y="904867"/>
                    </a:cubicBezTo>
                    <a:cubicBezTo>
                      <a:pt x="607245" y="904867"/>
                      <a:pt x="521408" y="819029"/>
                      <a:pt x="521408" y="713137"/>
                    </a:cubicBezTo>
                    <a:cubicBezTo>
                      <a:pt x="521408" y="607245"/>
                      <a:pt x="607245" y="521408"/>
                      <a:pt x="713137" y="521408"/>
                    </a:cubicBezTo>
                    <a:lnTo>
                      <a:pt x="713137" y="0"/>
                    </a:lnTo>
                    <a:cubicBezTo>
                      <a:pt x="319271" y="0"/>
                      <a:pt x="0" y="319271"/>
                      <a:pt x="0" y="713137"/>
                    </a:cubicBezTo>
                    <a:cubicBezTo>
                      <a:pt x="0" y="1107003"/>
                      <a:pt x="319271" y="1426274"/>
                      <a:pt x="713137" y="1426274"/>
                    </a:cubicBezTo>
                    <a:cubicBezTo>
                      <a:pt x="1100623" y="1426274"/>
                      <a:pt x="1415867" y="1117258"/>
                      <a:pt x="1426047" y="732204"/>
                    </a:cubicBezTo>
                    <a:lnTo>
                      <a:pt x="904715" y="718303"/>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aphicFrame>
        <p:nvGraphicFramePr>
          <p:cNvPr id="708" name="Google Shape;708;p40"/>
          <p:cNvGraphicFramePr/>
          <p:nvPr/>
        </p:nvGraphicFramePr>
        <p:xfrm>
          <a:off x="1539888" y="1898850"/>
          <a:ext cx="3000000" cy="3000000"/>
        </p:xfrm>
        <a:graphic>
          <a:graphicData uri="http://schemas.openxmlformats.org/drawingml/2006/table">
            <a:tbl>
              <a:tblPr>
                <a:noFill/>
                <a:tableStyleId>{A2FDEE08-4641-4CD2-A474-4644EB69D9D1}</a:tableStyleId>
              </a:tblPr>
              <a:tblGrid>
                <a:gridCol w="1608375"/>
                <a:gridCol w="2283850"/>
              </a:tblGrid>
              <a:tr h="356225">
                <a:tc>
                  <a:txBody>
                    <a:bodyPr/>
                    <a:lstStyle/>
                    <a:p>
                      <a:pPr indent="0" lvl="0" marL="0" rtl="0" algn="ctr">
                        <a:spcBef>
                          <a:spcPts val="0"/>
                        </a:spcBef>
                        <a:spcAft>
                          <a:spcPts val="0"/>
                        </a:spcAft>
                        <a:buNone/>
                      </a:pPr>
                      <a:r>
                        <a:rPr b="1" lang="en" sz="1600">
                          <a:solidFill>
                            <a:srgbClr val="17175A"/>
                          </a:solidFill>
                          <a:latin typeface="Passion One"/>
                          <a:ea typeface="Passion One"/>
                          <a:cs typeface="Passion One"/>
                          <a:sym typeface="Passion One"/>
                        </a:rPr>
                        <a:t>Sepal Width</a:t>
                      </a:r>
                      <a:endParaRPr b="1" sz="1600">
                        <a:solidFill>
                          <a:srgbClr val="17175A"/>
                        </a:solidFill>
                        <a:latin typeface="Passion One"/>
                        <a:ea typeface="Passion One"/>
                        <a:cs typeface="Passion One"/>
                        <a:sym typeface="Passion One"/>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rgbClr val="F6F2CC"/>
                    </a:solidFill>
                  </a:tcPr>
                </a:tc>
                <a:tc>
                  <a:txBody>
                    <a:bodyPr/>
                    <a:lstStyle/>
                    <a:p>
                      <a:pPr indent="0" lvl="0" marL="0" rtl="0" algn="ctr">
                        <a:spcBef>
                          <a:spcPts val="0"/>
                        </a:spcBef>
                        <a:spcAft>
                          <a:spcPts val="0"/>
                        </a:spcAft>
                        <a:buNone/>
                      </a:pPr>
                      <a:r>
                        <a:rPr b="1" lang="en" sz="1600">
                          <a:solidFill>
                            <a:srgbClr val="17175A"/>
                          </a:solidFill>
                          <a:latin typeface="Passion One"/>
                          <a:ea typeface="Passion One"/>
                          <a:cs typeface="Passion One"/>
                          <a:sym typeface="Passion One"/>
                        </a:rPr>
                        <a:t>Norm. sepal width</a:t>
                      </a:r>
                      <a:endParaRPr b="1" sz="1600">
                        <a:solidFill>
                          <a:srgbClr val="17175A"/>
                        </a:solidFill>
                        <a:latin typeface="Passion One"/>
                        <a:ea typeface="Passion One"/>
                        <a:cs typeface="Passion One"/>
                        <a:sym typeface="Passion One"/>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rgbClr val="F6F2CC"/>
                    </a:solidFill>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3.5</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1.032</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3.0</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-0.125</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3.2</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0.338</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3.1</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0.106</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3.6</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1.263</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bl>
          </a:graphicData>
        </a:graphic>
      </p:graphicFrame>
      <p:grpSp>
        <p:nvGrpSpPr>
          <p:cNvPr id="709" name="Google Shape;709;p40"/>
          <p:cNvGrpSpPr/>
          <p:nvPr/>
        </p:nvGrpSpPr>
        <p:grpSpPr>
          <a:xfrm>
            <a:off x="6579725" y="1898850"/>
            <a:ext cx="1359549" cy="2228850"/>
            <a:chOff x="822425" y="2691800"/>
            <a:chExt cx="1359549" cy="2228850"/>
          </a:xfrm>
        </p:grpSpPr>
        <p:pic>
          <p:nvPicPr>
            <p:cNvPr id="710" name="Google Shape;710;p40"/>
            <p:cNvPicPr preferRelativeResize="0"/>
            <p:nvPr/>
          </p:nvPicPr>
          <p:blipFill rotWithShape="1">
            <a:blip r:embed="rId3">
              <a:alphaModFix/>
            </a:blip>
            <a:srcRect b="0" l="42570" r="37699" t="0"/>
            <a:stretch/>
          </p:blipFill>
          <p:spPr>
            <a:xfrm>
              <a:off x="1279925" y="2691800"/>
              <a:ext cx="902050" cy="2228850"/>
            </a:xfrm>
            <a:prstGeom prst="rect">
              <a:avLst/>
            </a:prstGeom>
            <a:noFill/>
            <a:ln>
              <a:noFill/>
            </a:ln>
          </p:spPr>
        </p:pic>
        <p:pic>
          <p:nvPicPr>
            <p:cNvPr id="711" name="Google Shape;711;p40"/>
            <p:cNvPicPr preferRelativeResize="0"/>
            <p:nvPr/>
          </p:nvPicPr>
          <p:blipFill rotWithShape="1">
            <a:blip r:embed="rId3">
              <a:alphaModFix/>
            </a:blip>
            <a:srcRect b="0" l="0" r="89993" t="0"/>
            <a:stretch/>
          </p:blipFill>
          <p:spPr>
            <a:xfrm>
              <a:off x="822425" y="2691800"/>
              <a:ext cx="457500" cy="2228850"/>
            </a:xfrm>
            <a:prstGeom prst="rect">
              <a:avLst/>
            </a:prstGeom>
            <a:noFill/>
            <a:ln>
              <a:noFill/>
            </a:ln>
          </p:spPr>
        </p:pic>
      </p:grpSp>
      <p:sp>
        <p:nvSpPr>
          <p:cNvPr id="712" name="Google Shape;712;p40"/>
          <p:cNvSpPr/>
          <p:nvPr/>
        </p:nvSpPr>
        <p:spPr>
          <a:xfrm>
            <a:off x="6603550" y="2397150"/>
            <a:ext cx="1311900" cy="198300"/>
          </a:xfrm>
          <a:prstGeom prst="rect">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13" name="Google Shape;713;p40"/>
          <p:cNvSpPr/>
          <p:nvPr/>
        </p:nvSpPr>
        <p:spPr>
          <a:xfrm>
            <a:off x="6603550" y="2645525"/>
            <a:ext cx="1311900" cy="198300"/>
          </a:xfrm>
          <a:prstGeom prst="rect">
            <a:avLst/>
          </a:prstGeom>
          <a:noFill/>
          <a:ln cap="flat" cmpd="sng" w="1905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pic>
        <p:nvPicPr>
          <p:cNvPr id="714" name="Google Shape;714;p40"/>
          <p:cNvPicPr preferRelativeResize="0"/>
          <p:nvPr/>
        </p:nvPicPr>
        <p:blipFill rotWithShape="1">
          <a:blip r:embed="rId4">
            <a:alphaModFix/>
          </a:blip>
          <a:srcRect b="14332" l="13181" r="13181" t="16530"/>
          <a:stretch/>
        </p:blipFill>
        <p:spPr>
          <a:xfrm>
            <a:off x="5613262" y="280400"/>
            <a:ext cx="1953496" cy="901975"/>
          </a:xfrm>
          <a:prstGeom prst="rect">
            <a:avLst/>
          </a:prstGeom>
          <a:noFill/>
          <a:ln cap="flat" cmpd="sng" w="9525">
            <a:solidFill>
              <a:srgbClr val="FF0000"/>
            </a:solidFill>
            <a:prstDash val="solid"/>
            <a:round/>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41"/>
          <p:cNvSpPr txBox="1"/>
          <p:nvPr>
            <p:ph idx="1" type="subTitle"/>
          </p:nvPr>
        </p:nvSpPr>
        <p:spPr>
          <a:xfrm>
            <a:off x="720075" y="1077500"/>
            <a:ext cx="7754400" cy="39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2.     Z-score Normalization (Petal Length)</a:t>
            </a:r>
            <a:endParaRPr b="1"/>
          </a:p>
        </p:txBody>
      </p:sp>
      <p:sp>
        <p:nvSpPr>
          <p:cNvPr id="720" name="Google Shape;720;p4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 2</a:t>
            </a:r>
            <a:endParaRPr/>
          </a:p>
        </p:txBody>
      </p:sp>
      <p:grpSp>
        <p:nvGrpSpPr>
          <p:cNvPr id="721" name="Google Shape;721;p41"/>
          <p:cNvGrpSpPr/>
          <p:nvPr/>
        </p:nvGrpSpPr>
        <p:grpSpPr>
          <a:xfrm>
            <a:off x="350755" y="4018677"/>
            <a:ext cx="902056" cy="901976"/>
            <a:chOff x="4246593" y="503852"/>
            <a:chExt cx="902056" cy="901976"/>
          </a:xfrm>
        </p:grpSpPr>
        <p:grpSp>
          <p:nvGrpSpPr>
            <p:cNvPr id="722" name="Google Shape;722;p41"/>
            <p:cNvGrpSpPr/>
            <p:nvPr/>
          </p:nvGrpSpPr>
          <p:grpSpPr>
            <a:xfrm>
              <a:off x="4246593" y="503900"/>
              <a:ext cx="901831" cy="901928"/>
              <a:chOff x="5998919" y="3270921"/>
              <a:chExt cx="1426046" cy="1426198"/>
            </a:xfrm>
          </p:grpSpPr>
          <p:sp>
            <p:nvSpPr>
              <p:cNvPr id="723" name="Google Shape;723;p41"/>
              <p:cNvSpPr/>
              <p:nvPr/>
            </p:nvSpPr>
            <p:spPr>
              <a:xfrm>
                <a:off x="5998919" y="3270921"/>
                <a:ext cx="713137" cy="713137"/>
              </a:xfrm>
              <a:custGeom>
                <a:rect b="b" l="l" r="r" t="t"/>
                <a:pathLst>
                  <a:path extrusionOk="0" h="713137" w="713137">
                    <a:moveTo>
                      <a:pt x="713137" y="521407"/>
                    </a:moveTo>
                    <a:lnTo>
                      <a:pt x="713137" y="0"/>
                    </a:lnTo>
                    <a:cubicBezTo>
                      <a:pt x="319271" y="0"/>
                      <a:pt x="0" y="319271"/>
                      <a:pt x="0" y="713137"/>
                    </a:cubicBezTo>
                    <a:lnTo>
                      <a:pt x="521408" y="713137"/>
                    </a:lnTo>
                    <a:cubicBezTo>
                      <a:pt x="521408" y="607245"/>
                      <a:pt x="607245" y="521407"/>
                      <a:pt x="713137" y="52140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4" name="Google Shape;724;p41"/>
              <p:cNvSpPr/>
              <p:nvPr/>
            </p:nvSpPr>
            <p:spPr>
              <a:xfrm>
                <a:off x="5998919" y="3983982"/>
                <a:ext cx="1426046" cy="713137"/>
              </a:xfrm>
              <a:custGeom>
                <a:rect b="b" l="l" r="r" t="t"/>
                <a:pathLst>
                  <a:path extrusionOk="0" h="713137" w="1426046">
                    <a:moveTo>
                      <a:pt x="904715" y="5165"/>
                    </a:moveTo>
                    <a:cubicBezTo>
                      <a:pt x="901981" y="108702"/>
                      <a:pt x="817282" y="191730"/>
                      <a:pt x="713137" y="191730"/>
                    </a:cubicBezTo>
                    <a:cubicBezTo>
                      <a:pt x="607245" y="191730"/>
                      <a:pt x="521408" y="105892"/>
                      <a:pt x="521408" y="0"/>
                    </a:cubicBezTo>
                    <a:lnTo>
                      <a:pt x="0" y="0"/>
                    </a:lnTo>
                    <a:cubicBezTo>
                      <a:pt x="0" y="393866"/>
                      <a:pt x="319271" y="713137"/>
                      <a:pt x="713137" y="713137"/>
                    </a:cubicBezTo>
                    <a:cubicBezTo>
                      <a:pt x="1100623" y="713137"/>
                      <a:pt x="1415867" y="404121"/>
                      <a:pt x="1426047" y="19067"/>
                    </a:cubicBezTo>
                    <a:lnTo>
                      <a:pt x="904715" y="51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725" name="Google Shape;725;p41"/>
            <p:cNvSpPr/>
            <p:nvPr/>
          </p:nvSpPr>
          <p:spPr>
            <a:xfrm>
              <a:off x="4783305" y="636091"/>
              <a:ext cx="365344" cy="330991"/>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6" name="Google Shape;726;p41"/>
            <p:cNvSpPr/>
            <p:nvPr/>
          </p:nvSpPr>
          <p:spPr>
            <a:xfrm>
              <a:off x="4810784" y="788761"/>
              <a:ext cx="309659" cy="122566"/>
            </a:xfrm>
            <a:custGeom>
              <a:rect b="b" l="l" r="r" t="t"/>
              <a:pathLst>
                <a:path extrusionOk="0" h="193780" w="489579">
                  <a:moveTo>
                    <a:pt x="0" y="193781"/>
                  </a:moveTo>
                  <a:lnTo>
                    <a:pt x="48957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727" name="Google Shape;727;p41"/>
            <p:cNvGrpSpPr/>
            <p:nvPr/>
          </p:nvGrpSpPr>
          <p:grpSpPr>
            <a:xfrm>
              <a:off x="4246593" y="503852"/>
              <a:ext cx="901928" cy="901976"/>
              <a:chOff x="5998919" y="3270845"/>
              <a:chExt cx="1426198" cy="1426274"/>
            </a:xfrm>
          </p:grpSpPr>
          <p:sp>
            <p:nvSpPr>
              <p:cNvPr id="728" name="Google Shape;728;p41"/>
              <p:cNvSpPr/>
              <p:nvPr/>
            </p:nvSpPr>
            <p:spPr>
              <a:xfrm>
                <a:off x="6712056" y="3270845"/>
                <a:ext cx="504239" cy="577619"/>
              </a:xfrm>
              <a:custGeom>
                <a:rect b="b" l="l" r="r" t="t"/>
                <a:pathLst>
                  <a:path extrusionOk="0" h="577619" w="504239">
                    <a:moveTo>
                      <a:pt x="135518" y="577620"/>
                    </a:moveTo>
                    <a:lnTo>
                      <a:pt x="504240" y="208897"/>
                    </a:lnTo>
                    <a:cubicBezTo>
                      <a:pt x="375179" y="79837"/>
                      <a:pt x="196895" y="0"/>
                      <a:pt x="0" y="0"/>
                    </a:cubicBezTo>
                    <a:lnTo>
                      <a:pt x="0" y="521408"/>
                    </a:lnTo>
                    <a:cubicBezTo>
                      <a:pt x="52946" y="521483"/>
                      <a:pt x="100879" y="542905"/>
                      <a:pt x="135518" y="57762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9" name="Google Shape;729;p41"/>
              <p:cNvSpPr/>
              <p:nvPr/>
            </p:nvSpPr>
            <p:spPr>
              <a:xfrm>
                <a:off x="6847498" y="3479895"/>
                <a:ext cx="577619" cy="523306"/>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0" name="Google Shape;730;p41"/>
              <p:cNvSpPr/>
              <p:nvPr/>
            </p:nvSpPr>
            <p:spPr>
              <a:xfrm>
                <a:off x="5998919" y="3270845"/>
                <a:ext cx="1426046" cy="1426274"/>
              </a:xfrm>
              <a:custGeom>
                <a:rect b="b" l="l" r="r" t="t"/>
                <a:pathLst>
                  <a:path extrusionOk="0" h="1426274" w="1426046">
                    <a:moveTo>
                      <a:pt x="904715" y="718303"/>
                    </a:moveTo>
                    <a:cubicBezTo>
                      <a:pt x="901981" y="821840"/>
                      <a:pt x="817282" y="904867"/>
                      <a:pt x="713137" y="904867"/>
                    </a:cubicBezTo>
                    <a:cubicBezTo>
                      <a:pt x="607245" y="904867"/>
                      <a:pt x="521408" y="819029"/>
                      <a:pt x="521408" y="713137"/>
                    </a:cubicBezTo>
                    <a:cubicBezTo>
                      <a:pt x="521408" y="607245"/>
                      <a:pt x="607245" y="521408"/>
                      <a:pt x="713137" y="521408"/>
                    </a:cubicBezTo>
                    <a:lnTo>
                      <a:pt x="713137" y="0"/>
                    </a:lnTo>
                    <a:cubicBezTo>
                      <a:pt x="319271" y="0"/>
                      <a:pt x="0" y="319271"/>
                      <a:pt x="0" y="713137"/>
                    </a:cubicBezTo>
                    <a:cubicBezTo>
                      <a:pt x="0" y="1107003"/>
                      <a:pt x="319271" y="1426274"/>
                      <a:pt x="713137" y="1426274"/>
                    </a:cubicBezTo>
                    <a:cubicBezTo>
                      <a:pt x="1100623" y="1426274"/>
                      <a:pt x="1415867" y="1117258"/>
                      <a:pt x="1426047" y="732204"/>
                    </a:cubicBezTo>
                    <a:lnTo>
                      <a:pt x="904715" y="718303"/>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aphicFrame>
        <p:nvGraphicFramePr>
          <p:cNvPr id="731" name="Google Shape;731;p41"/>
          <p:cNvGraphicFramePr/>
          <p:nvPr/>
        </p:nvGraphicFramePr>
        <p:xfrm>
          <a:off x="1539888" y="1898850"/>
          <a:ext cx="3000000" cy="3000000"/>
        </p:xfrm>
        <a:graphic>
          <a:graphicData uri="http://schemas.openxmlformats.org/drawingml/2006/table">
            <a:tbl>
              <a:tblPr>
                <a:noFill/>
                <a:tableStyleId>{A2FDEE08-4641-4CD2-A474-4644EB69D9D1}</a:tableStyleId>
              </a:tblPr>
              <a:tblGrid>
                <a:gridCol w="1608375"/>
                <a:gridCol w="2283850"/>
              </a:tblGrid>
              <a:tr h="356225">
                <a:tc>
                  <a:txBody>
                    <a:bodyPr/>
                    <a:lstStyle/>
                    <a:p>
                      <a:pPr indent="0" lvl="0" marL="0" rtl="0" algn="ctr">
                        <a:spcBef>
                          <a:spcPts val="0"/>
                        </a:spcBef>
                        <a:spcAft>
                          <a:spcPts val="0"/>
                        </a:spcAft>
                        <a:buNone/>
                      </a:pPr>
                      <a:r>
                        <a:rPr b="1" lang="en" sz="1600">
                          <a:solidFill>
                            <a:srgbClr val="17175A"/>
                          </a:solidFill>
                          <a:latin typeface="Passion One"/>
                          <a:ea typeface="Passion One"/>
                          <a:cs typeface="Passion One"/>
                          <a:sym typeface="Passion One"/>
                        </a:rPr>
                        <a:t>Petal Length</a:t>
                      </a:r>
                      <a:endParaRPr b="1" sz="1600">
                        <a:solidFill>
                          <a:srgbClr val="17175A"/>
                        </a:solidFill>
                        <a:latin typeface="Passion One"/>
                        <a:ea typeface="Passion One"/>
                        <a:cs typeface="Passion One"/>
                        <a:sym typeface="Passion One"/>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rgbClr val="F6F2CC"/>
                    </a:solidFill>
                  </a:tcPr>
                </a:tc>
                <a:tc>
                  <a:txBody>
                    <a:bodyPr/>
                    <a:lstStyle/>
                    <a:p>
                      <a:pPr indent="0" lvl="0" marL="0" rtl="0" algn="ctr">
                        <a:spcBef>
                          <a:spcPts val="0"/>
                        </a:spcBef>
                        <a:spcAft>
                          <a:spcPts val="0"/>
                        </a:spcAft>
                        <a:buNone/>
                      </a:pPr>
                      <a:r>
                        <a:rPr b="1" lang="en" sz="1600">
                          <a:solidFill>
                            <a:srgbClr val="17175A"/>
                          </a:solidFill>
                          <a:latin typeface="Passion One"/>
                          <a:ea typeface="Passion One"/>
                          <a:cs typeface="Passion One"/>
                          <a:sym typeface="Passion One"/>
                        </a:rPr>
                        <a:t>Norm. petal length</a:t>
                      </a:r>
                      <a:endParaRPr b="1" sz="1600">
                        <a:solidFill>
                          <a:srgbClr val="17175A"/>
                        </a:solidFill>
                        <a:latin typeface="Passion One"/>
                        <a:ea typeface="Passion One"/>
                        <a:cs typeface="Passion One"/>
                        <a:sym typeface="Passion One"/>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rgbClr val="F6F2CC"/>
                    </a:solidFill>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1.4</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-1.341</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1.4</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-1.341</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1.3</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-1.398</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1.5</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-1.284</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1.4</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-1.341</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bl>
          </a:graphicData>
        </a:graphic>
      </p:graphicFrame>
      <p:grpSp>
        <p:nvGrpSpPr>
          <p:cNvPr id="732" name="Google Shape;732;p41"/>
          <p:cNvGrpSpPr/>
          <p:nvPr/>
        </p:nvGrpSpPr>
        <p:grpSpPr>
          <a:xfrm>
            <a:off x="6579725" y="1898850"/>
            <a:ext cx="1359549" cy="2228850"/>
            <a:chOff x="822425" y="2691800"/>
            <a:chExt cx="1359549" cy="2228850"/>
          </a:xfrm>
        </p:grpSpPr>
        <p:pic>
          <p:nvPicPr>
            <p:cNvPr id="733" name="Google Shape;733;p41"/>
            <p:cNvPicPr preferRelativeResize="0"/>
            <p:nvPr/>
          </p:nvPicPr>
          <p:blipFill rotWithShape="1">
            <a:blip r:embed="rId3">
              <a:alphaModFix/>
            </a:blip>
            <a:srcRect b="0" l="62576" r="17693" t="0"/>
            <a:stretch/>
          </p:blipFill>
          <p:spPr>
            <a:xfrm>
              <a:off x="1279925" y="2691800"/>
              <a:ext cx="902050" cy="2228850"/>
            </a:xfrm>
            <a:prstGeom prst="rect">
              <a:avLst/>
            </a:prstGeom>
            <a:noFill/>
            <a:ln>
              <a:noFill/>
            </a:ln>
          </p:spPr>
        </p:pic>
        <p:pic>
          <p:nvPicPr>
            <p:cNvPr id="734" name="Google Shape;734;p41"/>
            <p:cNvPicPr preferRelativeResize="0"/>
            <p:nvPr/>
          </p:nvPicPr>
          <p:blipFill rotWithShape="1">
            <a:blip r:embed="rId3">
              <a:alphaModFix/>
            </a:blip>
            <a:srcRect b="0" l="0" r="89993" t="0"/>
            <a:stretch/>
          </p:blipFill>
          <p:spPr>
            <a:xfrm>
              <a:off x="822425" y="2691800"/>
              <a:ext cx="457500" cy="2228850"/>
            </a:xfrm>
            <a:prstGeom prst="rect">
              <a:avLst/>
            </a:prstGeom>
            <a:noFill/>
            <a:ln>
              <a:noFill/>
            </a:ln>
          </p:spPr>
        </p:pic>
      </p:grpSp>
      <p:sp>
        <p:nvSpPr>
          <p:cNvPr id="735" name="Google Shape;735;p41"/>
          <p:cNvSpPr/>
          <p:nvPr/>
        </p:nvSpPr>
        <p:spPr>
          <a:xfrm>
            <a:off x="6603550" y="2397150"/>
            <a:ext cx="1311900" cy="198300"/>
          </a:xfrm>
          <a:prstGeom prst="rect">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36" name="Google Shape;736;p41"/>
          <p:cNvSpPr/>
          <p:nvPr/>
        </p:nvSpPr>
        <p:spPr>
          <a:xfrm>
            <a:off x="6603550" y="2645525"/>
            <a:ext cx="1311900" cy="198300"/>
          </a:xfrm>
          <a:prstGeom prst="rect">
            <a:avLst/>
          </a:prstGeom>
          <a:noFill/>
          <a:ln cap="flat" cmpd="sng" w="1905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pic>
        <p:nvPicPr>
          <p:cNvPr id="737" name="Google Shape;737;p41"/>
          <p:cNvPicPr preferRelativeResize="0"/>
          <p:nvPr/>
        </p:nvPicPr>
        <p:blipFill rotWithShape="1">
          <a:blip r:embed="rId4">
            <a:alphaModFix/>
          </a:blip>
          <a:srcRect b="14332" l="13181" r="13181" t="16530"/>
          <a:stretch/>
        </p:blipFill>
        <p:spPr>
          <a:xfrm>
            <a:off x="5613262" y="280400"/>
            <a:ext cx="1953496" cy="901975"/>
          </a:xfrm>
          <a:prstGeom prst="rect">
            <a:avLst/>
          </a:prstGeom>
          <a:noFill/>
          <a:ln cap="flat" cmpd="sng" w="9525">
            <a:solidFill>
              <a:srgbClr val="FF0000"/>
            </a:solidFill>
            <a:prstDash val="solid"/>
            <a:round/>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42"/>
          <p:cNvSpPr txBox="1"/>
          <p:nvPr>
            <p:ph idx="1" type="subTitle"/>
          </p:nvPr>
        </p:nvSpPr>
        <p:spPr>
          <a:xfrm>
            <a:off x="720075" y="1077500"/>
            <a:ext cx="7754400" cy="39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2.     Z-score Normalization (Petal Width)</a:t>
            </a:r>
            <a:endParaRPr b="1"/>
          </a:p>
        </p:txBody>
      </p:sp>
      <p:sp>
        <p:nvSpPr>
          <p:cNvPr id="743" name="Google Shape;743;p4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 2</a:t>
            </a:r>
            <a:endParaRPr/>
          </a:p>
        </p:txBody>
      </p:sp>
      <p:grpSp>
        <p:nvGrpSpPr>
          <p:cNvPr id="744" name="Google Shape;744;p42"/>
          <p:cNvGrpSpPr/>
          <p:nvPr/>
        </p:nvGrpSpPr>
        <p:grpSpPr>
          <a:xfrm>
            <a:off x="350755" y="4018677"/>
            <a:ext cx="902056" cy="901976"/>
            <a:chOff x="4246593" y="503852"/>
            <a:chExt cx="902056" cy="901976"/>
          </a:xfrm>
        </p:grpSpPr>
        <p:grpSp>
          <p:nvGrpSpPr>
            <p:cNvPr id="745" name="Google Shape;745;p42"/>
            <p:cNvGrpSpPr/>
            <p:nvPr/>
          </p:nvGrpSpPr>
          <p:grpSpPr>
            <a:xfrm>
              <a:off x="4246593" y="503900"/>
              <a:ext cx="901831" cy="901928"/>
              <a:chOff x="5998919" y="3270921"/>
              <a:chExt cx="1426046" cy="1426198"/>
            </a:xfrm>
          </p:grpSpPr>
          <p:sp>
            <p:nvSpPr>
              <p:cNvPr id="746" name="Google Shape;746;p42"/>
              <p:cNvSpPr/>
              <p:nvPr/>
            </p:nvSpPr>
            <p:spPr>
              <a:xfrm>
                <a:off x="5998919" y="3270921"/>
                <a:ext cx="713137" cy="713137"/>
              </a:xfrm>
              <a:custGeom>
                <a:rect b="b" l="l" r="r" t="t"/>
                <a:pathLst>
                  <a:path extrusionOk="0" h="713137" w="713137">
                    <a:moveTo>
                      <a:pt x="713137" y="521407"/>
                    </a:moveTo>
                    <a:lnTo>
                      <a:pt x="713137" y="0"/>
                    </a:lnTo>
                    <a:cubicBezTo>
                      <a:pt x="319271" y="0"/>
                      <a:pt x="0" y="319271"/>
                      <a:pt x="0" y="713137"/>
                    </a:cubicBezTo>
                    <a:lnTo>
                      <a:pt x="521408" y="713137"/>
                    </a:lnTo>
                    <a:cubicBezTo>
                      <a:pt x="521408" y="607245"/>
                      <a:pt x="607245" y="521407"/>
                      <a:pt x="713137" y="52140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7" name="Google Shape;747;p42"/>
              <p:cNvSpPr/>
              <p:nvPr/>
            </p:nvSpPr>
            <p:spPr>
              <a:xfrm>
                <a:off x="5998919" y="3983982"/>
                <a:ext cx="1426046" cy="713137"/>
              </a:xfrm>
              <a:custGeom>
                <a:rect b="b" l="l" r="r" t="t"/>
                <a:pathLst>
                  <a:path extrusionOk="0" h="713137" w="1426046">
                    <a:moveTo>
                      <a:pt x="904715" y="5165"/>
                    </a:moveTo>
                    <a:cubicBezTo>
                      <a:pt x="901981" y="108702"/>
                      <a:pt x="817282" y="191730"/>
                      <a:pt x="713137" y="191730"/>
                    </a:cubicBezTo>
                    <a:cubicBezTo>
                      <a:pt x="607245" y="191730"/>
                      <a:pt x="521408" y="105892"/>
                      <a:pt x="521408" y="0"/>
                    </a:cubicBezTo>
                    <a:lnTo>
                      <a:pt x="0" y="0"/>
                    </a:lnTo>
                    <a:cubicBezTo>
                      <a:pt x="0" y="393866"/>
                      <a:pt x="319271" y="713137"/>
                      <a:pt x="713137" y="713137"/>
                    </a:cubicBezTo>
                    <a:cubicBezTo>
                      <a:pt x="1100623" y="713137"/>
                      <a:pt x="1415867" y="404121"/>
                      <a:pt x="1426047" y="19067"/>
                    </a:cubicBezTo>
                    <a:lnTo>
                      <a:pt x="904715" y="51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748" name="Google Shape;748;p42"/>
            <p:cNvSpPr/>
            <p:nvPr/>
          </p:nvSpPr>
          <p:spPr>
            <a:xfrm>
              <a:off x="4783305" y="636091"/>
              <a:ext cx="365344" cy="330991"/>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9" name="Google Shape;749;p42"/>
            <p:cNvSpPr/>
            <p:nvPr/>
          </p:nvSpPr>
          <p:spPr>
            <a:xfrm>
              <a:off x="4810784" y="788761"/>
              <a:ext cx="309659" cy="122566"/>
            </a:xfrm>
            <a:custGeom>
              <a:rect b="b" l="l" r="r" t="t"/>
              <a:pathLst>
                <a:path extrusionOk="0" h="193780" w="489579">
                  <a:moveTo>
                    <a:pt x="0" y="193781"/>
                  </a:moveTo>
                  <a:lnTo>
                    <a:pt x="48957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750" name="Google Shape;750;p42"/>
            <p:cNvGrpSpPr/>
            <p:nvPr/>
          </p:nvGrpSpPr>
          <p:grpSpPr>
            <a:xfrm>
              <a:off x="4246593" y="503852"/>
              <a:ext cx="901928" cy="901976"/>
              <a:chOff x="5998919" y="3270845"/>
              <a:chExt cx="1426198" cy="1426274"/>
            </a:xfrm>
          </p:grpSpPr>
          <p:sp>
            <p:nvSpPr>
              <p:cNvPr id="751" name="Google Shape;751;p42"/>
              <p:cNvSpPr/>
              <p:nvPr/>
            </p:nvSpPr>
            <p:spPr>
              <a:xfrm>
                <a:off x="6712056" y="3270845"/>
                <a:ext cx="504239" cy="577619"/>
              </a:xfrm>
              <a:custGeom>
                <a:rect b="b" l="l" r="r" t="t"/>
                <a:pathLst>
                  <a:path extrusionOk="0" h="577619" w="504239">
                    <a:moveTo>
                      <a:pt x="135518" y="577620"/>
                    </a:moveTo>
                    <a:lnTo>
                      <a:pt x="504240" y="208897"/>
                    </a:lnTo>
                    <a:cubicBezTo>
                      <a:pt x="375179" y="79837"/>
                      <a:pt x="196895" y="0"/>
                      <a:pt x="0" y="0"/>
                    </a:cubicBezTo>
                    <a:lnTo>
                      <a:pt x="0" y="521408"/>
                    </a:lnTo>
                    <a:cubicBezTo>
                      <a:pt x="52946" y="521483"/>
                      <a:pt x="100879" y="542905"/>
                      <a:pt x="135518" y="57762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52" name="Google Shape;752;p42"/>
              <p:cNvSpPr/>
              <p:nvPr/>
            </p:nvSpPr>
            <p:spPr>
              <a:xfrm>
                <a:off x="6847498" y="3479895"/>
                <a:ext cx="577619" cy="523306"/>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53" name="Google Shape;753;p42"/>
              <p:cNvSpPr/>
              <p:nvPr/>
            </p:nvSpPr>
            <p:spPr>
              <a:xfrm>
                <a:off x="5998919" y="3270845"/>
                <a:ext cx="1426046" cy="1426274"/>
              </a:xfrm>
              <a:custGeom>
                <a:rect b="b" l="l" r="r" t="t"/>
                <a:pathLst>
                  <a:path extrusionOk="0" h="1426274" w="1426046">
                    <a:moveTo>
                      <a:pt x="904715" y="718303"/>
                    </a:moveTo>
                    <a:cubicBezTo>
                      <a:pt x="901981" y="821840"/>
                      <a:pt x="817282" y="904867"/>
                      <a:pt x="713137" y="904867"/>
                    </a:cubicBezTo>
                    <a:cubicBezTo>
                      <a:pt x="607245" y="904867"/>
                      <a:pt x="521408" y="819029"/>
                      <a:pt x="521408" y="713137"/>
                    </a:cubicBezTo>
                    <a:cubicBezTo>
                      <a:pt x="521408" y="607245"/>
                      <a:pt x="607245" y="521408"/>
                      <a:pt x="713137" y="521408"/>
                    </a:cubicBezTo>
                    <a:lnTo>
                      <a:pt x="713137" y="0"/>
                    </a:lnTo>
                    <a:cubicBezTo>
                      <a:pt x="319271" y="0"/>
                      <a:pt x="0" y="319271"/>
                      <a:pt x="0" y="713137"/>
                    </a:cubicBezTo>
                    <a:cubicBezTo>
                      <a:pt x="0" y="1107003"/>
                      <a:pt x="319271" y="1426274"/>
                      <a:pt x="713137" y="1426274"/>
                    </a:cubicBezTo>
                    <a:cubicBezTo>
                      <a:pt x="1100623" y="1426274"/>
                      <a:pt x="1415867" y="1117258"/>
                      <a:pt x="1426047" y="732204"/>
                    </a:cubicBezTo>
                    <a:lnTo>
                      <a:pt x="904715" y="718303"/>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aphicFrame>
        <p:nvGraphicFramePr>
          <p:cNvPr id="754" name="Google Shape;754;p42"/>
          <p:cNvGraphicFramePr/>
          <p:nvPr/>
        </p:nvGraphicFramePr>
        <p:xfrm>
          <a:off x="1539888" y="1898850"/>
          <a:ext cx="3000000" cy="3000000"/>
        </p:xfrm>
        <a:graphic>
          <a:graphicData uri="http://schemas.openxmlformats.org/drawingml/2006/table">
            <a:tbl>
              <a:tblPr>
                <a:noFill/>
                <a:tableStyleId>{A2FDEE08-4641-4CD2-A474-4644EB69D9D1}</a:tableStyleId>
              </a:tblPr>
              <a:tblGrid>
                <a:gridCol w="1608375"/>
                <a:gridCol w="2283850"/>
              </a:tblGrid>
              <a:tr h="356225">
                <a:tc>
                  <a:txBody>
                    <a:bodyPr/>
                    <a:lstStyle/>
                    <a:p>
                      <a:pPr indent="0" lvl="0" marL="0" rtl="0" algn="ctr">
                        <a:spcBef>
                          <a:spcPts val="0"/>
                        </a:spcBef>
                        <a:spcAft>
                          <a:spcPts val="0"/>
                        </a:spcAft>
                        <a:buNone/>
                      </a:pPr>
                      <a:r>
                        <a:rPr b="1" lang="en" sz="1600">
                          <a:solidFill>
                            <a:srgbClr val="17175A"/>
                          </a:solidFill>
                          <a:latin typeface="Passion One"/>
                          <a:ea typeface="Passion One"/>
                          <a:cs typeface="Passion One"/>
                          <a:sym typeface="Passion One"/>
                        </a:rPr>
                        <a:t>Petal Width</a:t>
                      </a:r>
                      <a:endParaRPr b="1" sz="1600">
                        <a:solidFill>
                          <a:srgbClr val="17175A"/>
                        </a:solidFill>
                        <a:latin typeface="Passion One"/>
                        <a:ea typeface="Passion One"/>
                        <a:cs typeface="Passion One"/>
                        <a:sym typeface="Passion One"/>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rgbClr val="F6F2CC"/>
                    </a:solidFill>
                  </a:tcPr>
                </a:tc>
                <a:tc>
                  <a:txBody>
                    <a:bodyPr/>
                    <a:lstStyle/>
                    <a:p>
                      <a:pPr indent="0" lvl="0" marL="0" rtl="0" algn="ctr">
                        <a:spcBef>
                          <a:spcPts val="0"/>
                        </a:spcBef>
                        <a:spcAft>
                          <a:spcPts val="0"/>
                        </a:spcAft>
                        <a:buNone/>
                      </a:pPr>
                      <a:r>
                        <a:rPr b="1" lang="en" sz="1600">
                          <a:solidFill>
                            <a:srgbClr val="17175A"/>
                          </a:solidFill>
                          <a:latin typeface="Passion One"/>
                          <a:ea typeface="Passion One"/>
                          <a:cs typeface="Passion One"/>
                          <a:sym typeface="Passion One"/>
                        </a:rPr>
                        <a:t>Norm. petal width</a:t>
                      </a:r>
                      <a:endParaRPr b="1" sz="1600">
                        <a:solidFill>
                          <a:srgbClr val="17175A"/>
                        </a:solidFill>
                        <a:latin typeface="Passion One"/>
                        <a:ea typeface="Passion One"/>
                        <a:cs typeface="Passion One"/>
                        <a:sym typeface="Passion One"/>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rgbClr val="F6F2CC"/>
                    </a:solidFill>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0.2</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-1.313</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0.2</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-1.313</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0.2</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-1.313</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0.2</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-1.313</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0.2</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-1.313</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bl>
          </a:graphicData>
        </a:graphic>
      </p:graphicFrame>
      <p:grpSp>
        <p:nvGrpSpPr>
          <p:cNvPr id="755" name="Google Shape;755;p42"/>
          <p:cNvGrpSpPr/>
          <p:nvPr/>
        </p:nvGrpSpPr>
        <p:grpSpPr>
          <a:xfrm>
            <a:off x="6579725" y="1898850"/>
            <a:ext cx="1359549" cy="2228850"/>
            <a:chOff x="822425" y="2691800"/>
            <a:chExt cx="1359549" cy="2228850"/>
          </a:xfrm>
        </p:grpSpPr>
        <p:pic>
          <p:nvPicPr>
            <p:cNvPr id="756" name="Google Shape;756;p42"/>
            <p:cNvPicPr preferRelativeResize="0"/>
            <p:nvPr/>
          </p:nvPicPr>
          <p:blipFill rotWithShape="1">
            <a:blip r:embed="rId3">
              <a:alphaModFix/>
            </a:blip>
            <a:srcRect b="0" l="80915" r="-645" t="0"/>
            <a:stretch/>
          </p:blipFill>
          <p:spPr>
            <a:xfrm>
              <a:off x="1279925" y="2691800"/>
              <a:ext cx="902050" cy="2228850"/>
            </a:xfrm>
            <a:prstGeom prst="rect">
              <a:avLst/>
            </a:prstGeom>
            <a:noFill/>
            <a:ln>
              <a:noFill/>
            </a:ln>
          </p:spPr>
        </p:pic>
        <p:pic>
          <p:nvPicPr>
            <p:cNvPr id="757" name="Google Shape;757;p42"/>
            <p:cNvPicPr preferRelativeResize="0"/>
            <p:nvPr/>
          </p:nvPicPr>
          <p:blipFill rotWithShape="1">
            <a:blip r:embed="rId3">
              <a:alphaModFix/>
            </a:blip>
            <a:srcRect b="0" l="0" r="89993" t="0"/>
            <a:stretch/>
          </p:blipFill>
          <p:spPr>
            <a:xfrm>
              <a:off x="822425" y="2691800"/>
              <a:ext cx="457500" cy="2228850"/>
            </a:xfrm>
            <a:prstGeom prst="rect">
              <a:avLst/>
            </a:prstGeom>
            <a:noFill/>
            <a:ln>
              <a:noFill/>
            </a:ln>
          </p:spPr>
        </p:pic>
      </p:grpSp>
      <p:sp>
        <p:nvSpPr>
          <p:cNvPr id="758" name="Google Shape;758;p42"/>
          <p:cNvSpPr/>
          <p:nvPr/>
        </p:nvSpPr>
        <p:spPr>
          <a:xfrm>
            <a:off x="6603550" y="2397150"/>
            <a:ext cx="1311900" cy="198300"/>
          </a:xfrm>
          <a:prstGeom prst="rect">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59" name="Google Shape;759;p42"/>
          <p:cNvSpPr/>
          <p:nvPr/>
        </p:nvSpPr>
        <p:spPr>
          <a:xfrm>
            <a:off x="6603550" y="2645525"/>
            <a:ext cx="1311900" cy="198300"/>
          </a:xfrm>
          <a:prstGeom prst="rect">
            <a:avLst/>
          </a:prstGeom>
          <a:noFill/>
          <a:ln cap="flat" cmpd="sng" w="1905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pic>
        <p:nvPicPr>
          <p:cNvPr id="760" name="Google Shape;760;p42"/>
          <p:cNvPicPr preferRelativeResize="0"/>
          <p:nvPr/>
        </p:nvPicPr>
        <p:blipFill rotWithShape="1">
          <a:blip r:embed="rId4">
            <a:alphaModFix/>
          </a:blip>
          <a:srcRect b="14332" l="13181" r="13181" t="16530"/>
          <a:stretch/>
        </p:blipFill>
        <p:spPr>
          <a:xfrm>
            <a:off x="5613262" y="280400"/>
            <a:ext cx="1953496" cy="901975"/>
          </a:xfrm>
          <a:prstGeom prst="rect">
            <a:avLst/>
          </a:prstGeom>
          <a:noFill/>
          <a:ln cap="flat" cmpd="sng" w="9525">
            <a:solidFill>
              <a:srgbClr val="FF0000"/>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43"/>
          <p:cNvSpPr txBox="1"/>
          <p:nvPr>
            <p:ph idx="1" type="subTitle"/>
          </p:nvPr>
        </p:nvSpPr>
        <p:spPr>
          <a:xfrm>
            <a:off x="720075" y="1077500"/>
            <a:ext cx="7754400" cy="39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2.     Z-score Normalization</a:t>
            </a:r>
            <a:endParaRPr b="1"/>
          </a:p>
        </p:txBody>
      </p:sp>
      <p:sp>
        <p:nvSpPr>
          <p:cNvPr id="766" name="Google Shape;766;p4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 2</a:t>
            </a:r>
            <a:endParaRPr/>
          </a:p>
        </p:txBody>
      </p:sp>
      <p:grpSp>
        <p:nvGrpSpPr>
          <p:cNvPr id="767" name="Google Shape;767;p43"/>
          <p:cNvGrpSpPr/>
          <p:nvPr/>
        </p:nvGrpSpPr>
        <p:grpSpPr>
          <a:xfrm>
            <a:off x="350755" y="4018677"/>
            <a:ext cx="902056" cy="901976"/>
            <a:chOff x="4246593" y="503852"/>
            <a:chExt cx="902056" cy="901976"/>
          </a:xfrm>
        </p:grpSpPr>
        <p:grpSp>
          <p:nvGrpSpPr>
            <p:cNvPr id="768" name="Google Shape;768;p43"/>
            <p:cNvGrpSpPr/>
            <p:nvPr/>
          </p:nvGrpSpPr>
          <p:grpSpPr>
            <a:xfrm>
              <a:off x="4246593" y="503900"/>
              <a:ext cx="901831" cy="901928"/>
              <a:chOff x="5998919" y="3270921"/>
              <a:chExt cx="1426046" cy="1426198"/>
            </a:xfrm>
          </p:grpSpPr>
          <p:sp>
            <p:nvSpPr>
              <p:cNvPr id="769" name="Google Shape;769;p43"/>
              <p:cNvSpPr/>
              <p:nvPr/>
            </p:nvSpPr>
            <p:spPr>
              <a:xfrm>
                <a:off x="5998919" y="3270921"/>
                <a:ext cx="713137" cy="713137"/>
              </a:xfrm>
              <a:custGeom>
                <a:rect b="b" l="l" r="r" t="t"/>
                <a:pathLst>
                  <a:path extrusionOk="0" h="713137" w="713137">
                    <a:moveTo>
                      <a:pt x="713137" y="521407"/>
                    </a:moveTo>
                    <a:lnTo>
                      <a:pt x="713137" y="0"/>
                    </a:lnTo>
                    <a:cubicBezTo>
                      <a:pt x="319271" y="0"/>
                      <a:pt x="0" y="319271"/>
                      <a:pt x="0" y="713137"/>
                    </a:cubicBezTo>
                    <a:lnTo>
                      <a:pt x="521408" y="713137"/>
                    </a:lnTo>
                    <a:cubicBezTo>
                      <a:pt x="521408" y="607245"/>
                      <a:pt x="607245" y="521407"/>
                      <a:pt x="713137" y="52140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0" name="Google Shape;770;p43"/>
              <p:cNvSpPr/>
              <p:nvPr/>
            </p:nvSpPr>
            <p:spPr>
              <a:xfrm>
                <a:off x="5998919" y="3983982"/>
                <a:ext cx="1426046" cy="713137"/>
              </a:xfrm>
              <a:custGeom>
                <a:rect b="b" l="l" r="r" t="t"/>
                <a:pathLst>
                  <a:path extrusionOk="0" h="713137" w="1426046">
                    <a:moveTo>
                      <a:pt x="904715" y="5165"/>
                    </a:moveTo>
                    <a:cubicBezTo>
                      <a:pt x="901981" y="108702"/>
                      <a:pt x="817282" y="191730"/>
                      <a:pt x="713137" y="191730"/>
                    </a:cubicBezTo>
                    <a:cubicBezTo>
                      <a:pt x="607245" y="191730"/>
                      <a:pt x="521408" y="105892"/>
                      <a:pt x="521408" y="0"/>
                    </a:cubicBezTo>
                    <a:lnTo>
                      <a:pt x="0" y="0"/>
                    </a:lnTo>
                    <a:cubicBezTo>
                      <a:pt x="0" y="393866"/>
                      <a:pt x="319271" y="713137"/>
                      <a:pt x="713137" y="713137"/>
                    </a:cubicBezTo>
                    <a:cubicBezTo>
                      <a:pt x="1100623" y="713137"/>
                      <a:pt x="1415867" y="404121"/>
                      <a:pt x="1426047" y="19067"/>
                    </a:cubicBezTo>
                    <a:lnTo>
                      <a:pt x="904715" y="51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771" name="Google Shape;771;p43"/>
            <p:cNvSpPr/>
            <p:nvPr/>
          </p:nvSpPr>
          <p:spPr>
            <a:xfrm>
              <a:off x="4783305" y="636091"/>
              <a:ext cx="365344" cy="330991"/>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2" name="Google Shape;772;p43"/>
            <p:cNvSpPr/>
            <p:nvPr/>
          </p:nvSpPr>
          <p:spPr>
            <a:xfrm>
              <a:off x="4810784" y="788761"/>
              <a:ext cx="309659" cy="122566"/>
            </a:xfrm>
            <a:custGeom>
              <a:rect b="b" l="l" r="r" t="t"/>
              <a:pathLst>
                <a:path extrusionOk="0" h="193780" w="489579">
                  <a:moveTo>
                    <a:pt x="0" y="193781"/>
                  </a:moveTo>
                  <a:lnTo>
                    <a:pt x="48957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773" name="Google Shape;773;p43"/>
            <p:cNvGrpSpPr/>
            <p:nvPr/>
          </p:nvGrpSpPr>
          <p:grpSpPr>
            <a:xfrm>
              <a:off x="4246593" y="503852"/>
              <a:ext cx="901928" cy="901976"/>
              <a:chOff x="5998919" y="3270845"/>
              <a:chExt cx="1426198" cy="1426274"/>
            </a:xfrm>
          </p:grpSpPr>
          <p:sp>
            <p:nvSpPr>
              <p:cNvPr id="774" name="Google Shape;774;p43"/>
              <p:cNvSpPr/>
              <p:nvPr/>
            </p:nvSpPr>
            <p:spPr>
              <a:xfrm>
                <a:off x="6712056" y="3270845"/>
                <a:ext cx="504239" cy="577619"/>
              </a:xfrm>
              <a:custGeom>
                <a:rect b="b" l="l" r="r" t="t"/>
                <a:pathLst>
                  <a:path extrusionOk="0" h="577619" w="504239">
                    <a:moveTo>
                      <a:pt x="135518" y="577620"/>
                    </a:moveTo>
                    <a:lnTo>
                      <a:pt x="504240" y="208897"/>
                    </a:lnTo>
                    <a:cubicBezTo>
                      <a:pt x="375179" y="79837"/>
                      <a:pt x="196895" y="0"/>
                      <a:pt x="0" y="0"/>
                    </a:cubicBezTo>
                    <a:lnTo>
                      <a:pt x="0" y="521408"/>
                    </a:lnTo>
                    <a:cubicBezTo>
                      <a:pt x="52946" y="521483"/>
                      <a:pt x="100879" y="542905"/>
                      <a:pt x="135518" y="57762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5" name="Google Shape;775;p43"/>
              <p:cNvSpPr/>
              <p:nvPr/>
            </p:nvSpPr>
            <p:spPr>
              <a:xfrm>
                <a:off x="6847498" y="3479895"/>
                <a:ext cx="577619" cy="523306"/>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6" name="Google Shape;776;p43"/>
              <p:cNvSpPr/>
              <p:nvPr/>
            </p:nvSpPr>
            <p:spPr>
              <a:xfrm>
                <a:off x="5998919" y="3270845"/>
                <a:ext cx="1426046" cy="1426274"/>
              </a:xfrm>
              <a:custGeom>
                <a:rect b="b" l="l" r="r" t="t"/>
                <a:pathLst>
                  <a:path extrusionOk="0" h="1426274" w="1426046">
                    <a:moveTo>
                      <a:pt x="904715" y="718303"/>
                    </a:moveTo>
                    <a:cubicBezTo>
                      <a:pt x="901981" y="821840"/>
                      <a:pt x="817282" y="904867"/>
                      <a:pt x="713137" y="904867"/>
                    </a:cubicBezTo>
                    <a:cubicBezTo>
                      <a:pt x="607245" y="904867"/>
                      <a:pt x="521408" y="819029"/>
                      <a:pt x="521408" y="713137"/>
                    </a:cubicBezTo>
                    <a:cubicBezTo>
                      <a:pt x="521408" y="607245"/>
                      <a:pt x="607245" y="521408"/>
                      <a:pt x="713137" y="521408"/>
                    </a:cubicBezTo>
                    <a:lnTo>
                      <a:pt x="713137" y="0"/>
                    </a:lnTo>
                    <a:cubicBezTo>
                      <a:pt x="319271" y="0"/>
                      <a:pt x="0" y="319271"/>
                      <a:pt x="0" y="713137"/>
                    </a:cubicBezTo>
                    <a:cubicBezTo>
                      <a:pt x="0" y="1107003"/>
                      <a:pt x="319271" y="1426274"/>
                      <a:pt x="713137" y="1426274"/>
                    </a:cubicBezTo>
                    <a:cubicBezTo>
                      <a:pt x="1100623" y="1426274"/>
                      <a:pt x="1415867" y="1117258"/>
                      <a:pt x="1426047" y="732204"/>
                    </a:cubicBezTo>
                    <a:lnTo>
                      <a:pt x="904715" y="718303"/>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aphicFrame>
        <p:nvGraphicFramePr>
          <p:cNvPr id="777" name="Google Shape;777;p43"/>
          <p:cNvGraphicFramePr/>
          <p:nvPr/>
        </p:nvGraphicFramePr>
        <p:xfrm>
          <a:off x="1183688" y="1908950"/>
          <a:ext cx="3000000" cy="3000000"/>
        </p:xfrm>
        <a:graphic>
          <a:graphicData uri="http://schemas.openxmlformats.org/drawingml/2006/table">
            <a:tbl>
              <a:tblPr>
                <a:noFill/>
                <a:tableStyleId>{A2FDEE08-4641-4CD2-A474-4644EB69D9D1}</a:tableStyleId>
              </a:tblPr>
              <a:tblGrid>
                <a:gridCol w="1694150"/>
                <a:gridCol w="1694150"/>
                <a:gridCol w="1694150"/>
                <a:gridCol w="1694150"/>
              </a:tblGrid>
              <a:tr h="862000">
                <a:tc>
                  <a:txBody>
                    <a:bodyPr/>
                    <a:lstStyle/>
                    <a:p>
                      <a:pPr indent="0" lvl="0" marL="0" rtl="0" algn="ctr">
                        <a:spcBef>
                          <a:spcPts val="0"/>
                        </a:spcBef>
                        <a:spcAft>
                          <a:spcPts val="0"/>
                        </a:spcAft>
                        <a:buNone/>
                      </a:pPr>
                      <a:r>
                        <a:rPr b="1" lang="en" sz="1600">
                          <a:solidFill>
                            <a:srgbClr val="17175A"/>
                          </a:solidFill>
                          <a:latin typeface="Passion One"/>
                          <a:ea typeface="Passion One"/>
                          <a:cs typeface="Passion One"/>
                          <a:sym typeface="Passion One"/>
                        </a:rPr>
                        <a:t>Norm. sepal length</a:t>
                      </a:r>
                      <a:endParaRPr b="1" sz="1600">
                        <a:solidFill>
                          <a:srgbClr val="17175A"/>
                        </a:solidFill>
                        <a:latin typeface="Passion One"/>
                        <a:ea typeface="Passion One"/>
                        <a:cs typeface="Passion One"/>
                        <a:sym typeface="Passion One"/>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rgbClr val="F6F2CC"/>
                    </a:solidFill>
                  </a:tcPr>
                </a:tc>
                <a:tc>
                  <a:txBody>
                    <a:bodyPr/>
                    <a:lstStyle/>
                    <a:p>
                      <a:pPr indent="0" lvl="0" marL="0" rtl="0" algn="ctr">
                        <a:spcBef>
                          <a:spcPts val="0"/>
                        </a:spcBef>
                        <a:spcAft>
                          <a:spcPts val="0"/>
                        </a:spcAft>
                        <a:buNone/>
                      </a:pPr>
                      <a:r>
                        <a:rPr b="1" lang="en" sz="1600">
                          <a:solidFill>
                            <a:srgbClr val="17175A"/>
                          </a:solidFill>
                          <a:latin typeface="Passion One"/>
                          <a:ea typeface="Passion One"/>
                          <a:cs typeface="Passion One"/>
                          <a:sym typeface="Passion One"/>
                        </a:rPr>
                        <a:t>Norm. sepal width</a:t>
                      </a:r>
                      <a:endParaRPr b="1" sz="1600">
                        <a:solidFill>
                          <a:srgbClr val="17175A"/>
                        </a:solidFill>
                        <a:latin typeface="Passion One"/>
                        <a:ea typeface="Passion One"/>
                        <a:cs typeface="Passion One"/>
                        <a:sym typeface="Passion One"/>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rgbClr val="F6F2CC"/>
                    </a:solidFill>
                  </a:tcPr>
                </a:tc>
                <a:tc>
                  <a:txBody>
                    <a:bodyPr/>
                    <a:lstStyle/>
                    <a:p>
                      <a:pPr indent="0" lvl="0" marL="0" rtl="0" algn="ctr">
                        <a:spcBef>
                          <a:spcPts val="0"/>
                        </a:spcBef>
                        <a:spcAft>
                          <a:spcPts val="0"/>
                        </a:spcAft>
                        <a:buNone/>
                      </a:pPr>
                      <a:r>
                        <a:rPr b="1" lang="en" sz="1600">
                          <a:solidFill>
                            <a:srgbClr val="17175A"/>
                          </a:solidFill>
                          <a:latin typeface="Passion One"/>
                          <a:ea typeface="Passion One"/>
                          <a:cs typeface="Passion One"/>
                          <a:sym typeface="Passion One"/>
                        </a:rPr>
                        <a:t>Norm. petal length</a:t>
                      </a:r>
                      <a:endParaRPr b="1" sz="1600">
                        <a:solidFill>
                          <a:srgbClr val="17175A"/>
                        </a:solidFill>
                        <a:latin typeface="Passion One"/>
                        <a:ea typeface="Passion One"/>
                        <a:cs typeface="Passion One"/>
                        <a:sym typeface="Passion One"/>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rgbClr val="F6F2CC"/>
                    </a:solidFill>
                  </a:tcPr>
                </a:tc>
                <a:tc>
                  <a:txBody>
                    <a:bodyPr/>
                    <a:lstStyle/>
                    <a:p>
                      <a:pPr indent="0" lvl="0" marL="0" rtl="0" algn="ctr">
                        <a:spcBef>
                          <a:spcPts val="0"/>
                        </a:spcBef>
                        <a:spcAft>
                          <a:spcPts val="0"/>
                        </a:spcAft>
                        <a:buNone/>
                      </a:pPr>
                      <a:r>
                        <a:rPr b="1" lang="en" sz="1600">
                          <a:solidFill>
                            <a:srgbClr val="17175A"/>
                          </a:solidFill>
                          <a:latin typeface="Passion One"/>
                          <a:ea typeface="Passion One"/>
                          <a:cs typeface="Passion One"/>
                          <a:sym typeface="Passion One"/>
                        </a:rPr>
                        <a:t>Norm. petal width</a:t>
                      </a:r>
                      <a:endParaRPr b="1" sz="1600">
                        <a:solidFill>
                          <a:srgbClr val="17175A"/>
                        </a:solidFill>
                        <a:latin typeface="Passion One"/>
                        <a:ea typeface="Passion One"/>
                        <a:cs typeface="Passion One"/>
                        <a:sym typeface="Passion One"/>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rgbClr val="F6F2CC"/>
                    </a:solidFill>
                  </a:tcPr>
                </a:tc>
              </a:tr>
              <a:tr h="359150">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-0.901</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1.032</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-1.341</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-1.313</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r>
              <a:tr h="359150">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-1.143</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-0.125</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-1.341</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-1.313</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r>
              <a:tr h="359150">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-1.385</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0.338</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-1.398</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-1.313</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r>
              <a:tr h="359150">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-1.507</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0.106</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-1.284</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-1.313</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r>
              <a:tr h="359150">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-1.022</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1.263</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-1.341</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-1.313</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r>
            </a:tbl>
          </a:graphicData>
        </a:graphic>
      </p:graphicFrame>
      <p:pic>
        <p:nvPicPr>
          <p:cNvPr id="778" name="Google Shape;778;p43"/>
          <p:cNvPicPr preferRelativeResize="0"/>
          <p:nvPr/>
        </p:nvPicPr>
        <p:blipFill rotWithShape="1">
          <a:blip r:embed="rId3">
            <a:alphaModFix/>
          </a:blip>
          <a:srcRect b="14332" l="13181" r="13181" t="16530"/>
          <a:stretch/>
        </p:blipFill>
        <p:spPr>
          <a:xfrm>
            <a:off x="5613262" y="280400"/>
            <a:ext cx="1953496" cy="901975"/>
          </a:xfrm>
          <a:prstGeom prst="rect">
            <a:avLst/>
          </a:prstGeom>
          <a:noFill/>
          <a:ln cap="flat" cmpd="sng" w="9525">
            <a:solidFill>
              <a:srgbClr val="FF0000"/>
            </a:solidFill>
            <a:prstDash val="solid"/>
            <a:round/>
            <a:headEnd len="sm" w="sm" type="none"/>
            <a:tailEnd len="sm" w="sm" type="none"/>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44"/>
          <p:cNvSpPr txBox="1"/>
          <p:nvPr>
            <p:ph idx="1" type="subTitle"/>
          </p:nvPr>
        </p:nvSpPr>
        <p:spPr>
          <a:xfrm>
            <a:off x="720075" y="1077500"/>
            <a:ext cx="7754400" cy="39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3</a:t>
            </a:r>
            <a:r>
              <a:rPr b="1" lang="en"/>
              <a:t>.     </a:t>
            </a:r>
            <a:r>
              <a:rPr b="1" lang="en"/>
              <a:t>Decimal Scaling Normalization</a:t>
            </a:r>
            <a:r>
              <a:rPr b="1" lang="en"/>
              <a:t> (Sepal Length)</a:t>
            </a:r>
            <a:endParaRPr b="1"/>
          </a:p>
        </p:txBody>
      </p:sp>
      <p:sp>
        <p:nvSpPr>
          <p:cNvPr id="784" name="Google Shape;784;p4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 2</a:t>
            </a:r>
            <a:endParaRPr/>
          </a:p>
        </p:txBody>
      </p:sp>
      <p:grpSp>
        <p:nvGrpSpPr>
          <p:cNvPr id="785" name="Google Shape;785;p44"/>
          <p:cNvGrpSpPr/>
          <p:nvPr/>
        </p:nvGrpSpPr>
        <p:grpSpPr>
          <a:xfrm>
            <a:off x="350755" y="4018677"/>
            <a:ext cx="902056" cy="901976"/>
            <a:chOff x="4246593" y="503852"/>
            <a:chExt cx="902056" cy="901976"/>
          </a:xfrm>
        </p:grpSpPr>
        <p:grpSp>
          <p:nvGrpSpPr>
            <p:cNvPr id="786" name="Google Shape;786;p44"/>
            <p:cNvGrpSpPr/>
            <p:nvPr/>
          </p:nvGrpSpPr>
          <p:grpSpPr>
            <a:xfrm>
              <a:off x="4246593" y="503900"/>
              <a:ext cx="901831" cy="901928"/>
              <a:chOff x="5998919" y="3270921"/>
              <a:chExt cx="1426046" cy="1426198"/>
            </a:xfrm>
          </p:grpSpPr>
          <p:sp>
            <p:nvSpPr>
              <p:cNvPr id="787" name="Google Shape;787;p44"/>
              <p:cNvSpPr/>
              <p:nvPr/>
            </p:nvSpPr>
            <p:spPr>
              <a:xfrm>
                <a:off x="5998919" y="3270921"/>
                <a:ext cx="713137" cy="713137"/>
              </a:xfrm>
              <a:custGeom>
                <a:rect b="b" l="l" r="r" t="t"/>
                <a:pathLst>
                  <a:path extrusionOk="0" h="713137" w="713137">
                    <a:moveTo>
                      <a:pt x="713137" y="521407"/>
                    </a:moveTo>
                    <a:lnTo>
                      <a:pt x="713137" y="0"/>
                    </a:lnTo>
                    <a:cubicBezTo>
                      <a:pt x="319271" y="0"/>
                      <a:pt x="0" y="319271"/>
                      <a:pt x="0" y="713137"/>
                    </a:cubicBezTo>
                    <a:lnTo>
                      <a:pt x="521408" y="713137"/>
                    </a:lnTo>
                    <a:cubicBezTo>
                      <a:pt x="521408" y="607245"/>
                      <a:pt x="607245" y="521407"/>
                      <a:pt x="713137" y="52140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8" name="Google Shape;788;p44"/>
              <p:cNvSpPr/>
              <p:nvPr/>
            </p:nvSpPr>
            <p:spPr>
              <a:xfrm>
                <a:off x="5998919" y="3983982"/>
                <a:ext cx="1426046" cy="713137"/>
              </a:xfrm>
              <a:custGeom>
                <a:rect b="b" l="l" r="r" t="t"/>
                <a:pathLst>
                  <a:path extrusionOk="0" h="713137" w="1426046">
                    <a:moveTo>
                      <a:pt x="904715" y="5165"/>
                    </a:moveTo>
                    <a:cubicBezTo>
                      <a:pt x="901981" y="108702"/>
                      <a:pt x="817282" y="191730"/>
                      <a:pt x="713137" y="191730"/>
                    </a:cubicBezTo>
                    <a:cubicBezTo>
                      <a:pt x="607245" y="191730"/>
                      <a:pt x="521408" y="105892"/>
                      <a:pt x="521408" y="0"/>
                    </a:cubicBezTo>
                    <a:lnTo>
                      <a:pt x="0" y="0"/>
                    </a:lnTo>
                    <a:cubicBezTo>
                      <a:pt x="0" y="393866"/>
                      <a:pt x="319271" y="713137"/>
                      <a:pt x="713137" y="713137"/>
                    </a:cubicBezTo>
                    <a:cubicBezTo>
                      <a:pt x="1100623" y="713137"/>
                      <a:pt x="1415867" y="404121"/>
                      <a:pt x="1426047" y="19067"/>
                    </a:cubicBezTo>
                    <a:lnTo>
                      <a:pt x="904715" y="51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789" name="Google Shape;789;p44"/>
            <p:cNvSpPr/>
            <p:nvPr/>
          </p:nvSpPr>
          <p:spPr>
            <a:xfrm>
              <a:off x="4783305" y="636091"/>
              <a:ext cx="365344" cy="330991"/>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0" name="Google Shape;790;p44"/>
            <p:cNvSpPr/>
            <p:nvPr/>
          </p:nvSpPr>
          <p:spPr>
            <a:xfrm>
              <a:off x="4810784" y="788761"/>
              <a:ext cx="309659" cy="122566"/>
            </a:xfrm>
            <a:custGeom>
              <a:rect b="b" l="l" r="r" t="t"/>
              <a:pathLst>
                <a:path extrusionOk="0" h="193780" w="489579">
                  <a:moveTo>
                    <a:pt x="0" y="193781"/>
                  </a:moveTo>
                  <a:lnTo>
                    <a:pt x="48957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791" name="Google Shape;791;p44"/>
            <p:cNvGrpSpPr/>
            <p:nvPr/>
          </p:nvGrpSpPr>
          <p:grpSpPr>
            <a:xfrm>
              <a:off x="4246593" y="503852"/>
              <a:ext cx="901928" cy="901976"/>
              <a:chOff x="5998919" y="3270845"/>
              <a:chExt cx="1426198" cy="1426274"/>
            </a:xfrm>
          </p:grpSpPr>
          <p:sp>
            <p:nvSpPr>
              <p:cNvPr id="792" name="Google Shape;792;p44"/>
              <p:cNvSpPr/>
              <p:nvPr/>
            </p:nvSpPr>
            <p:spPr>
              <a:xfrm>
                <a:off x="6712056" y="3270845"/>
                <a:ext cx="504239" cy="577619"/>
              </a:xfrm>
              <a:custGeom>
                <a:rect b="b" l="l" r="r" t="t"/>
                <a:pathLst>
                  <a:path extrusionOk="0" h="577619" w="504239">
                    <a:moveTo>
                      <a:pt x="135518" y="577620"/>
                    </a:moveTo>
                    <a:lnTo>
                      <a:pt x="504240" y="208897"/>
                    </a:lnTo>
                    <a:cubicBezTo>
                      <a:pt x="375179" y="79837"/>
                      <a:pt x="196895" y="0"/>
                      <a:pt x="0" y="0"/>
                    </a:cubicBezTo>
                    <a:lnTo>
                      <a:pt x="0" y="521408"/>
                    </a:lnTo>
                    <a:cubicBezTo>
                      <a:pt x="52946" y="521483"/>
                      <a:pt x="100879" y="542905"/>
                      <a:pt x="135518" y="57762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3" name="Google Shape;793;p44"/>
              <p:cNvSpPr/>
              <p:nvPr/>
            </p:nvSpPr>
            <p:spPr>
              <a:xfrm>
                <a:off x="6847498" y="3479895"/>
                <a:ext cx="577619" cy="523306"/>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4" name="Google Shape;794;p44"/>
              <p:cNvSpPr/>
              <p:nvPr/>
            </p:nvSpPr>
            <p:spPr>
              <a:xfrm>
                <a:off x="5998919" y="3270845"/>
                <a:ext cx="1426046" cy="1426274"/>
              </a:xfrm>
              <a:custGeom>
                <a:rect b="b" l="l" r="r" t="t"/>
                <a:pathLst>
                  <a:path extrusionOk="0" h="1426274" w="1426046">
                    <a:moveTo>
                      <a:pt x="904715" y="718303"/>
                    </a:moveTo>
                    <a:cubicBezTo>
                      <a:pt x="901981" y="821840"/>
                      <a:pt x="817282" y="904867"/>
                      <a:pt x="713137" y="904867"/>
                    </a:cubicBezTo>
                    <a:cubicBezTo>
                      <a:pt x="607245" y="904867"/>
                      <a:pt x="521408" y="819029"/>
                      <a:pt x="521408" y="713137"/>
                    </a:cubicBezTo>
                    <a:cubicBezTo>
                      <a:pt x="521408" y="607245"/>
                      <a:pt x="607245" y="521408"/>
                      <a:pt x="713137" y="521408"/>
                    </a:cubicBezTo>
                    <a:lnTo>
                      <a:pt x="713137" y="0"/>
                    </a:lnTo>
                    <a:cubicBezTo>
                      <a:pt x="319271" y="0"/>
                      <a:pt x="0" y="319271"/>
                      <a:pt x="0" y="713137"/>
                    </a:cubicBezTo>
                    <a:cubicBezTo>
                      <a:pt x="0" y="1107003"/>
                      <a:pt x="319271" y="1426274"/>
                      <a:pt x="713137" y="1426274"/>
                    </a:cubicBezTo>
                    <a:cubicBezTo>
                      <a:pt x="1100623" y="1426274"/>
                      <a:pt x="1415867" y="1117258"/>
                      <a:pt x="1426047" y="732204"/>
                    </a:cubicBezTo>
                    <a:lnTo>
                      <a:pt x="904715" y="718303"/>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aphicFrame>
        <p:nvGraphicFramePr>
          <p:cNvPr id="795" name="Google Shape;795;p44"/>
          <p:cNvGraphicFramePr/>
          <p:nvPr/>
        </p:nvGraphicFramePr>
        <p:xfrm>
          <a:off x="1539888" y="1898850"/>
          <a:ext cx="3000000" cy="3000000"/>
        </p:xfrm>
        <a:graphic>
          <a:graphicData uri="http://schemas.openxmlformats.org/drawingml/2006/table">
            <a:tbl>
              <a:tblPr>
                <a:noFill/>
                <a:tableStyleId>{A2FDEE08-4641-4CD2-A474-4644EB69D9D1}</a:tableStyleId>
              </a:tblPr>
              <a:tblGrid>
                <a:gridCol w="1608375"/>
                <a:gridCol w="2283850"/>
              </a:tblGrid>
              <a:tr h="356225">
                <a:tc>
                  <a:txBody>
                    <a:bodyPr/>
                    <a:lstStyle/>
                    <a:p>
                      <a:pPr indent="0" lvl="0" marL="0" rtl="0" algn="ctr">
                        <a:spcBef>
                          <a:spcPts val="0"/>
                        </a:spcBef>
                        <a:spcAft>
                          <a:spcPts val="0"/>
                        </a:spcAft>
                        <a:buNone/>
                      </a:pPr>
                      <a:r>
                        <a:rPr b="1" lang="en" sz="1600">
                          <a:solidFill>
                            <a:srgbClr val="17175A"/>
                          </a:solidFill>
                          <a:latin typeface="Passion One"/>
                          <a:ea typeface="Passion One"/>
                          <a:cs typeface="Passion One"/>
                          <a:sym typeface="Passion One"/>
                        </a:rPr>
                        <a:t>Sepal Length</a:t>
                      </a:r>
                      <a:endParaRPr b="1" sz="1600">
                        <a:solidFill>
                          <a:srgbClr val="17175A"/>
                        </a:solidFill>
                        <a:latin typeface="Passion One"/>
                        <a:ea typeface="Passion One"/>
                        <a:cs typeface="Passion One"/>
                        <a:sym typeface="Passion One"/>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rgbClr val="F6F2CC"/>
                    </a:solidFill>
                  </a:tcPr>
                </a:tc>
                <a:tc>
                  <a:txBody>
                    <a:bodyPr/>
                    <a:lstStyle/>
                    <a:p>
                      <a:pPr indent="0" lvl="0" marL="0" rtl="0" algn="ctr">
                        <a:spcBef>
                          <a:spcPts val="0"/>
                        </a:spcBef>
                        <a:spcAft>
                          <a:spcPts val="0"/>
                        </a:spcAft>
                        <a:buNone/>
                      </a:pPr>
                      <a:r>
                        <a:rPr b="1" lang="en" sz="1600">
                          <a:solidFill>
                            <a:srgbClr val="17175A"/>
                          </a:solidFill>
                          <a:latin typeface="Passion One"/>
                          <a:ea typeface="Passion One"/>
                          <a:cs typeface="Passion One"/>
                          <a:sym typeface="Passion One"/>
                        </a:rPr>
                        <a:t>Norm. sepal length</a:t>
                      </a:r>
                      <a:endParaRPr b="1" sz="1600">
                        <a:solidFill>
                          <a:srgbClr val="17175A"/>
                        </a:solidFill>
                        <a:latin typeface="Passion One"/>
                        <a:ea typeface="Passion One"/>
                        <a:cs typeface="Passion One"/>
                        <a:sym typeface="Passion One"/>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rgbClr val="F6F2CC"/>
                    </a:solidFill>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5.1</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0.51</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4.9</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0.49</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4.7</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0.47</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4.6</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0.46</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5</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0.5</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bl>
          </a:graphicData>
        </a:graphic>
      </p:graphicFrame>
      <p:grpSp>
        <p:nvGrpSpPr>
          <p:cNvPr id="796" name="Google Shape;796;p44"/>
          <p:cNvGrpSpPr/>
          <p:nvPr/>
        </p:nvGrpSpPr>
        <p:grpSpPr>
          <a:xfrm>
            <a:off x="7417925" y="1898850"/>
            <a:ext cx="1359549" cy="2228850"/>
            <a:chOff x="822425" y="2691800"/>
            <a:chExt cx="1359549" cy="2228850"/>
          </a:xfrm>
        </p:grpSpPr>
        <p:pic>
          <p:nvPicPr>
            <p:cNvPr id="797" name="Google Shape;797;p44"/>
            <p:cNvPicPr preferRelativeResize="0"/>
            <p:nvPr/>
          </p:nvPicPr>
          <p:blipFill rotWithShape="1">
            <a:blip r:embed="rId3">
              <a:alphaModFix/>
            </a:blip>
            <a:srcRect b="0" l="24232" r="56038" t="0"/>
            <a:stretch/>
          </p:blipFill>
          <p:spPr>
            <a:xfrm>
              <a:off x="1279925" y="2691800"/>
              <a:ext cx="902050" cy="2228850"/>
            </a:xfrm>
            <a:prstGeom prst="rect">
              <a:avLst/>
            </a:prstGeom>
            <a:noFill/>
            <a:ln>
              <a:noFill/>
            </a:ln>
          </p:spPr>
        </p:pic>
        <p:pic>
          <p:nvPicPr>
            <p:cNvPr id="798" name="Google Shape;798;p44"/>
            <p:cNvPicPr preferRelativeResize="0"/>
            <p:nvPr/>
          </p:nvPicPr>
          <p:blipFill rotWithShape="1">
            <a:blip r:embed="rId3">
              <a:alphaModFix/>
            </a:blip>
            <a:srcRect b="0" l="0" r="89993" t="0"/>
            <a:stretch/>
          </p:blipFill>
          <p:spPr>
            <a:xfrm>
              <a:off x="822425" y="2691800"/>
              <a:ext cx="457500" cy="2228850"/>
            </a:xfrm>
            <a:prstGeom prst="rect">
              <a:avLst/>
            </a:prstGeom>
            <a:noFill/>
            <a:ln>
              <a:noFill/>
            </a:ln>
          </p:spPr>
        </p:pic>
      </p:grpSp>
      <p:sp>
        <p:nvSpPr>
          <p:cNvPr id="799" name="Google Shape;799;p44"/>
          <p:cNvSpPr/>
          <p:nvPr/>
        </p:nvSpPr>
        <p:spPr>
          <a:xfrm>
            <a:off x="7441750" y="3864725"/>
            <a:ext cx="1311900" cy="198300"/>
          </a:xfrm>
          <a:prstGeom prst="rect">
            <a:avLst/>
          </a:prstGeom>
          <a:noFill/>
          <a:ln cap="flat" cmpd="sng" w="1905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pic>
        <p:nvPicPr>
          <p:cNvPr id="800" name="Google Shape;800;p44"/>
          <p:cNvPicPr preferRelativeResize="0"/>
          <p:nvPr/>
        </p:nvPicPr>
        <p:blipFill rotWithShape="1">
          <a:blip r:embed="rId4">
            <a:alphaModFix/>
          </a:blip>
          <a:srcRect b="14916" l="20238" r="23229" t="10800"/>
          <a:stretch/>
        </p:blipFill>
        <p:spPr>
          <a:xfrm>
            <a:off x="5795737" y="280388"/>
            <a:ext cx="1588556" cy="901975"/>
          </a:xfrm>
          <a:prstGeom prst="rect">
            <a:avLst/>
          </a:prstGeom>
          <a:noFill/>
          <a:ln cap="flat" cmpd="sng" w="9525">
            <a:solidFill>
              <a:srgbClr val="FF0000"/>
            </a:solidFill>
            <a:prstDash val="solid"/>
            <a:round/>
            <a:headEnd len="sm" w="sm" type="none"/>
            <a:tailEnd len="sm" w="sm" type="none"/>
          </a:ln>
        </p:spPr>
      </p:pic>
      <p:sp>
        <p:nvSpPr>
          <p:cNvPr id="801" name="Google Shape;801;p44"/>
          <p:cNvSpPr txBox="1"/>
          <p:nvPr>
            <p:ph idx="1" type="subTitle"/>
          </p:nvPr>
        </p:nvSpPr>
        <p:spPr>
          <a:xfrm>
            <a:off x="6138975" y="1395500"/>
            <a:ext cx="902100" cy="398700"/>
          </a:xfrm>
          <a:prstGeom prst="rect">
            <a:avLst/>
          </a:prstGeom>
          <a:ln cap="flat" cmpd="sng" w="9525">
            <a:solidFill>
              <a:schemeClr val="accent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chemeClr val="accent4"/>
                </a:solidFill>
              </a:rPr>
              <a:t>d</a:t>
            </a:r>
            <a:r>
              <a:rPr b="1" lang="en" sz="1500">
                <a:solidFill>
                  <a:schemeClr val="accent4"/>
                </a:solidFill>
              </a:rPr>
              <a:t> = 1 </a:t>
            </a:r>
            <a:endParaRPr b="1" sz="1500">
              <a:solidFill>
                <a:schemeClr val="accent4"/>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p45"/>
          <p:cNvSpPr txBox="1"/>
          <p:nvPr>
            <p:ph idx="1" type="subTitle"/>
          </p:nvPr>
        </p:nvSpPr>
        <p:spPr>
          <a:xfrm>
            <a:off x="720075" y="1077500"/>
            <a:ext cx="7754400" cy="39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3.     Decimal Scaling Normalization (</a:t>
            </a:r>
            <a:r>
              <a:rPr b="1" lang="en"/>
              <a:t>Sepal Width</a:t>
            </a:r>
            <a:r>
              <a:rPr b="1" lang="en"/>
              <a:t>)</a:t>
            </a:r>
            <a:endParaRPr b="1"/>
          </a:p>
        </p:txBody>
      </p:sp>
      <p:sp>
        <p:nvSpPr>
          <p:cNvPr id="807" name="Google Shape;807;p4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 2</a:t>
            </a:r>
            <a:endParaRPr/>
          </a:p>
        </p:txBody>
      </p:sp>
      <p:grpSp>
        <p:nvGrpSpPr>
          <p:cNvPr id="808" name="Google Shape;808;p45"/>
          <p:cNvGrpSpPr/>
          <p:nvPr/>
        </p:nvGrpSpPr>
        <p:grpSpPr>
          <a:xfrm>
            <a:off x="350755" y="4018677"/>
            <a:ext cx="902056" cy="901976"/>
            <a:chOff x="4246593" y="503852"/>
            <a:chExt cx="902056" cy="901976"/>
          </a:xfrm>
        </p:grpSpPr>
        <p:grpSp>
          <p:nvGrpSpPr>
            <p:cNvPr id="809" name="Google Shape;809;p45"/>
            <p:cNvGrpSpPr/>
            <p:nvPr/>
          </p:nvGrpSpPr>
          <p:grpSpPr>
            <a:xfrm>
              <a:off x="4246593" y="503900"/>
              <a:ext cx="901831" cy="901928"/>
              <a:chOff x="5998919" y="3270921"/>
              <a:chExt cx="1426046" cy="1426198"/>
            </a:xfrm>
          </p:grpSpPr>
          <p:sp>
            <p:nvSpPr>
              <p:cNvPr id="810" name="Google Shape;810;p45"/>
              <p:cNvSpPr/>
              <p:nvPr/>
            </p:nvSpPr>
            <p:spPr>
              <a:xfrm>
                <a:off x="5998919" y="3270921"/>
                <a:ext cx="713137" cy="713137"/>
              </a:xfrm>
              <a:custGeom>
                <a:rect b="b" l="l" r="r" t="t"/>
                <a:pathLst>
                  <a:path extrusionOk="0" h="713137" w="713137">
                    <a:moveTo>
                      <a:pt x="713137" y="521407"/>
                    </a:moveTo>
                    <a:lnTo>
                      <a:pt x="713137" y="0"/>
                    </a:lnTo>
                    <a:cubicBezTo>
                      <a:pt x="319271" y="0"/>
                      <a:pt x="0" y="319271"/>
                      <a:pt x="0" y="713137"/>
                    </a:cubicBezTo>
                    <a:lnTo>
                      <a:pt x="521408" y="713137"/>
                    </a:lnTo>
                    <a:cubicBezTo>
                      <a:pt x="521408" y="607245"/>
                      <a:pt x="607245" y="521407"/>
                      <a:pt x="713137" y="52140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1" name="Google Shape;811;p45"/>
              <p:cNvSpPr/>
              <p:nvPr/>
            </p:nvSpPr>
            <p:spPr>
              <a:xfrm>
                <a:off x="5998919" y="3983982"/>
                <a:ext cx="1426046" cy="713137"/>
              </a:xfrm>
              <a:custGeom>
                <a:rect b="b" l="l" r="r" t="t"/>
                <a:pathLst>
                  <a:path extrusionOk="0" h="713137" w="1426046">
                    <a:moveTo>
                      <a:pt x="904715" y="5165"/>
                    </a:moveTo>
                    <a:cubicBezTo>
                      <a:pt x="901981" y="108702"/>
                      <a:pt x="817282" y="191730"/>
                      <a:pt x="713137" y="191730"/>
                    </a:cubicBezTo>
                    <a:cubicBezTo>
                      <a:pt x="607245" y="191730"/>
                      <a:pt x="521408" y="105892"/>
                      <a:pt x="521408" y="0"/>
                    </a:cubicBezTo>
                    <a:lnTo>
                      <a:pt x="0" y="0"/>
                    </a:lnTo>
                    <a:cubicBezTo>
                      <a:pt x="0" y="393866"/>
                      <a:pt x="319271" y="713137"/>
                      <a:pt x="713137" y="713137"/>
                    </a:cubicBezTo>
                    <a:cubicBezTo>
                      <a:pt x="1100623" y="713137"/>
                      <a:pt x="1415867" y="404121"/>
                      <a:pt x="1426047" y="19067"/>
                    </a:cubicBezTo>
                    <a:lnTo>
                      <a:pt x="904715" y="51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812" name="Google Shape;812;p45"/>
            <p:cNvSpPr/>
            <p:nvPr/>
          </p:nvSpPr>
          <p:spPr>
            <a:xfrm>
              <a:off x="4783305" y="636091"/>
              <a:ext cx="365344" cy="330991"/>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3" name="Google Shape;813;p45"/>
            <p:cNvSpPr/>
            <p:nvPr/>
          </p:nvSpPr>
          <p:spPr>
            <a:xfrm>
              <a:off x="4810784" y="788761"/>
              <a:ext cx="309659" cy="122566"/>
            </a:xfrm>
            <a:custGeom>
              <a:rect b="b" l="l" r="r" t="t"/>
              <a:pathLst>
                <a:path extrusionOk="0" h="193780" w="489579">
                  <a:moveTo>
                    <a:pt x="0" y="193781"/>
                  </a:moveTo>
                  <a:lnTo>
                    <a:pt x="48957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814" name="Google Shape;814;p45"/>
            <p:cNvGrpSpPr/>
            <p:nvPr/>
          </p:nvGrpSpPr>
          <p:grpSpPr>
            <a:xfrm>
              <a:off x="4246593" y="503852"/>
              <a:ext cx="901928" cy="901976"/>
              <a:chOff x="5998919" y="3270845"/>
              <a:chExt cx="1426198" cy="1426274"/>
            </a:xfrm>
          </p:grpSpPr>
          <p:sp>
            <p:nvSpPr>
              <p:cNvPr id="815" name="Google Shape;815;p45"/>
              <p:cNvSpPr/>
              <p:nvPr/>
            </p:nvSpPr>
            <p:spPr>
              <a:xfrm>
                <a:off x="6712056" y="3270845"/>
                <a:ext cx="504239" cy="577619"/>
              </a:xfrm>
              <a:custGeom>
                <a:rect b="b" l="l" r="r" t="t"/>
                <a:pathLst>
                  <a:path extrusionOk="0" h="577619" w="504239">
                    <a:moveTo>
                      <a:pt x="135518" y="577620"/>
                    </a:moveTo>
                    <a:lnTo>
                      <a:pt x="504240" y="208897"/>
                    </a:lnTo>
                    <a:cubicBezTo>
                      <a:pt x="375179" y="79837"/>
                      <a:pt x="196895" y="0"/>
                      <a:pt x="0" y="0"/>
                    </a:cubicBezTo>
                    <a:lnTo>
                      <a:pt x="0" y="521408"/>
                    </a:lnTo>
                    <a:cubicBezTo>
                      <a:pt x="52946" y="521483"/>
                      <a:pt x="100879" y="542905"/>
                      <a:pt x="135518" y="57762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6" name="Google Shape;816;p45"/>
              <p:cNvSpPr/>
              <p:nvPr/>
            </p:nvSpPr>
            <p:spPr>
              <a:xfrm>
                <a:off x="6847498" y="3479895"/>
                <a:ext cx="577619" cy="523306"/>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7" name="Google Shape;817;p45"/>
              <p:cNvSpPr/>
              <p:nvPr/>
            </p:nvSpPr>
            <p:spPr>
              <a:xfrm>
                <a:off x="5998919" y="3270845"/>
                <a:ext cx="1426046" cy="1426274"/>
              </a:xfrm>
              <a:custGeom>
                <a:rect b="b" l="l" r="r" t="t"/>
                <a:pathLst>
                  <a:path extrusionOk="0" h="1426274" w="1426046">
                    <a:moveTo>
                      <a:pt x="904715" y="718303"/>
                    </a:moveTo>
                    <a:cubicBezTo>
                      <a:pt x="901981" y="821840"/>
                      <a:pt x="817282" y="904867"/>
                      <a:pt x="713137" y="904867"/>
                    </a:cubicBezTo>
                    <a:cubicBezTo>
                      <a:pt x="607245" y="904867"/>
                      <a:pt x="521408" y="819029"/>
                      <a:pt x="521408" y="713137"/>
                    </a:cubicBezTo>
                    <a:cubicBezTo>
                      <a:pt x="521408" y="607245"/>
                      <a:pt x="607245" y="521408"/>
                      <a:pt x="713137" y="521408"/>
                    </a:cubicBezTo>
                    <a:lnTo>
                      <a:pt x="713137" y="0"/>
                    </a:lnTo>
                    <a:cubicBezTo>
                      <a:pt x="319271" y="0"/>
                      <a:pt x="0" y="319271"/>
                      <a:pt x="0" y="713137"/>
                    </a:cubicBezTo>
                    <a:cubicBezTo>
                      <a:pt x="0" y="1107003"/>
                      <a:pt x="319271" y="1426274"/>
                      <a:pt x="713137" y="1426274"/>
                    </a:cubicBezTo>
                    <a:cubicBezTo>
                      <a:pt x="1100623" y="1426274"/>
                      <a:pt x="1415867" y="1117258"/>
                      <a:pt x="1426047" y="732204"/>
                    </a:cubicBezTo>
                    <a:lnTo>
                      <a:pt x="904715" y="718303"/>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aphicFrame>
        <p:nvGraphicFramePr>
          <p:cNvPr id="818" name="Google Shape;818;p45"/>
          <p:cNvGraphicFramePr/>
          <p:nvPr/>
        </p:nvGraphicFramePr>
        <p:xfrm>
          <a:off x="1539888" y="1898850"/>
          <a:ext cx="3000000" cy="3000000"/>
        </p:xfrm>
        <a:graphic>
          <a:graphicData uri="http://schemas.openxmlformats.org/drawingml/2006/table">
            <a:tbl>
              <a:tblPr>
                <a:noFill/>
                <a:tableStyleId>{A2FDEE08-4641-4CD2-A474-4644EB69D9D1}</a:tableStyleId>
              </a:tblPr>
              <a:tblGrid>
                <a:gridCol w="1608375"/>
                <a:gridCol w="2283850"/>
              </a:tblGrid>
              <a:tr h="356225">
                <a:tc>
                  <a:txBody>
                    <a:bodyPr/>
                    <a:lstStyle/>
                    <a:p>
                      <a:pPr indent="0" lvl="0" marL="0" rtl="0" algn="ctr">
                        <a:spcBef>
                          <a:spcPts val="0"/>
                        </a:spcBef>
                        <a:spcAft>
                          <a:spcPts val="0"/>
                        </a:spcAft>
                        <a:buNone/>
                      </a:pPr>
                      <a:r>
                        <a:rPr b="1" lang="en" sz="1600">
                          <a:solidFill>
                            <a:srgbClr val="17175A"/>
                          </a:solidFill>
                          <a:latin typeface="Passion One"/>
                          <a:ea typeface="Passion One"/>
                          <a:cs typeface="Passion One"/>
                          <a:sym typeface="Passion One"/>
                        </a:rPr>
                        <a:t>Sepal Width</a:t>
                      </a:r>
                      <a:endParaRPr b="1" sz="1600">
                        <a:solidFill>
                          <a:srgbClr val="17175A"/>
                        </a:solidFill>
                        <a:latin typeface="Passion One"/>
                        <a:ea typeface="Passion One"/>
                        <a:cs typeface="Passion One"/>
                        <a:sym typeface="Passion One"/>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rgbClr val="F6F2CC"/>
                    </a:solidFill>
                  </a:tcPr>
                </a:tc>
                <a:tc>
                  <a:txBody>
                    <a:bodyPr/>
                    <a:lstStyle/>
                    <a:p>
                      <a:pPr indent="0" lvl="0" marL="0" rtl="0" algn="ctr">
                        <a:spcBef>
                          <a:spcPts val="0"/>
                        </a:spcBef>
                        <a:spcAft>
                          <a:spcPts val="0"/>
                        </a:spcAft>
                        <a:buNone/>
                      </a:pPr>
                      <a:r>
                        <a:rPr b="1" lang="en" sz="1600">
                          <a:solidFill>
                            <a:srgbClr val="17175A"/>
                          </a:solidFill>
                          <a:latin typeface="Passion One"/>
                          <a:ea typeface="Passion One"/>
                          <a:cs typeface="Passion One"/>
                          <a:sym typeface="Passion One"/>
                        </a:rPr>
                        <a:t>Norm. sepal width</a:t>
                      </a:r>
                      <a:endParaRPr b="1" sz="1600">
                        <a:solidFill>
                          <a:srgbClr val="17175A"/>
                        </a:solidFill>
                        <a:latin typeface="Passion One"/>
                        <a:ea typeface="Passion One"/>
                        <a:cs typeface="Passion One"/>
                        <a:sym typeface="Passion One"/>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rgbClr val="F6F2CC"/>
                    </a:solidFill>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3.5</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0.35</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3.0</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0.3</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3.2</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0.32</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3.1</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0.31</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3.6</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0.36</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bl>
          </a:graphicData>
        </a:graphic>
      </p:graphicFrame>
      <p:grpSp>
        <p:nvGrpSpPr>
          <p:cNvPr id="819" name="Google Shape;819;p45"/>
          <p:cNvGrpSpPr/>
          <p:nvPr/>
        </p:nvGrpSpPr>
        <p:grpSpPr>
          <a:xfrm>
            <a:off x="7417925" y="1898850"/>
            <a:ext cx="1359549" cy="2228850"/>
            <a:chOff x="822425" y="2691800"/>
            <a:chExt cx="1359549" cy="2228850"/>
          </a:xfrm>
        </p:grpSpPr>
        <p:pic>
          <p:nvPicPr>
            <p:cNvPr id="820" name="Google Shape;820;p45"/>
            <p:cNvPicPr preferRelativeResize="0"/>
            <p:nvPr/>
          </p:nvPicPr>
          <p:blipFill rotWithShape="1">
            <a:blip r:embed="rId3">
              <a:alphaModFix/>
            </a:blip>
            <a:srcRect b="0" l="42570" r="37699" t="0"/>
            <a:stretch/>
          </p:blipFill>
          <p:spPr>
            <a:xfrm>
              <a:off x="1279925" y="2691800"/>
              <a:ext cx="902050" cy="2228850"/>
            </a:xfrm>
            <a:prstGeom prst="rect">
              <a:avLst/>
            </a:prstGeom>
            <a:noFill/>
            <a:ln>
              <a:noFill/>
            </a:ln>
          </p:spPr>
        </p:pic>
        <p:pic>
          <p:nvPicPr>
            <p:cNvPr id="821" name="Google Shape;821;p45"/>
            <p:cNvPicPr preferRelativeResize="0"/>
            <p:nvPr/>
          </p:nvPicPr>
          <p:blipFill rotWithShape="1">
            <a:blip r:embed="rId3">
              <a:alphaModFix/>
            </a:blip>
            <a:srcRect b="0" l="0" r="89993" t="0"/>
            <a:stretch/>
          </p:blipFill>
          <p:spPr>
            <a:xfrm>
              <a:off x="822425" y="2691800"/>
              <a:ext cx="457500" cy="2228850"/>
            </a:xfrm>
            <a:prstGeom prst="rect">
              <a:avLst/>
            </a:prstGeom>
            <a:noFill/>
            <a:ln>
              <a:noFill/>
            </a:ln>
          </p:spPr>
        </p:pic>
      </p:grpSp>
      <p:sp>
        <p:nvSpPr>
          <p:cNvPr id="822" name="Google Shape;822;p45"/>
          <p:cNvSpPr/>
          <p:nvPr/>
        </p:nvSpPr>
        <p:spPr>
          <a:xfrm>
            <a:off x="7441750" y="3864725"/>
            <a:ext cx="1311900" cy="198300"/>
          </a:xfrm>
          <a:prstGeom prst="rect">
            <a:avLst/>
          </a:prstGeom>
          <a:noFill/>
          <a:ln cap="flat" cmpd="sng" w="1905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pic>
        <p:nvPicPr>
          <p:cNvPr id="823" name="Google Shape;823;p45"/>
          <p:cNvPicPr preferRelativeResize="0"/>
          <p:nvPr/>
        </p:nvPicPr>
        <p:blipFill rotWithShape="1">
          <a:blip r:embed="rId4">
            <a:alphaModFix/>
          </a:blip>
          <a:srcRect b="14916" l="20238" r="23229" t="10800"/>
          <a:stretch/>
        </p:blipFill>
        <p:spPr>
          <a:xfrm>
            <a:off x="5795737" y="280388"/>
            <a:ext cx="1588556" cy="901975"/>
          </a:xfrm>
          <a:prstGeom prst="rect">
            <a:avLst/>
          </a:prstGeom>
          <a:noFill/>
          <a:ln cap="flat" cmpd="sng" w="9525">
            <a:solidFill>
              <a:srgbClr val="FF0000"/>
            </a:solidFill>
            <a:prstDash val="solid"/>
            <a:round/>
            <a:headEnd len="sm" w="sm" type="none"/>
            <a:tailEnd len="sm" w="sm" type="none"/>
          </a:ln>
        </p:spPr>
      </p:pic>
      <p:sp>
        <p:nvSpPr>
          <p:cNvPr id="824" name="Google Shape;824;p45"/>
          <p:cNvSpPr txBox="1"/>
          <p:nvPr>
            <p:ph idx="1" type="subTitle"/>
          </p:nvPr>
        </p:nvSpPr>
        <p:spPr>
          <a:xfrm>
            <a:off x="6138975" y="1395500"/>
            <a:ext cx="902100" cy="398700"/>
          </a:xfrm>
          <a:prstGeom prst="rect">
            <a:avLst/>
          </a:prstGeom>
          <a:ln cap="flat" cmpd="sng" w="9525">
            <a:solidFill>
              <a:schemeClr val="accent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chemeClr val="accent4"/>
                </a:solidFill>
              </a:rPr>
              <a:t>d = 1 </a:t>
            </a:r>
            <a:endParaRPr b="1" sz="1500">
              <a:solidFill>
                <a:schemeClr val="accent4"/>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sp>
        <p:nvSpPr>
          <p:cNvPr id="829" name="Google Shape;829;p46"/>
          <p:cNvSpPr txBox="1"/>
          <p:nvPr>
            <p:ph idx="1" type="subTitle"/>
          </p:nvPr>
        </p:nvSpPr>
        <p:spPr>
          <a:xfrm>
            <a:off x="720075" y="1077500"/>
            <a:ext cx="7754400" cy="39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3.     Decimal Scaling Normalization (</a:t>
            </a:r>
            <a:r>
              <a:rPr b="1" lang="en"/>
              <a:t>Petal Length</a:t>
            </a:r>
            <a:r>
              <a:rPr b="1" lang="en"/>
              <a:t>)</a:t>
            </a:r>
            <a:endParaRPr b="1"/>
          </a:p>
        </p:txBody>
      </p:sp>
      <p:sp>
        <p:nvSpPr>
          <p:cNvPr id="830" name="Google Shape;830;p4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 2</a:t>
            </a:r>
            <a:endParaRPr/>
          </a:p>
        </p:txBody>
      </p:sp>
      <p:grpSp>
        <p:nvGrpSpPr>
          <p:cNvPr id="831" name="Google Shape;831;p46"/>
          <p:cNvGrpSpPr/>
          <p:nvPr/>
        </p:nvGrpSpPr>
        <p:grpSpPr>
          <a:xfrm>
            <a:off x="350755" y="4018677"/>
            <a:ext cx="902056" cy="901976"/>
            <a:chOff x="4246593" y="503852"/>
            <a:chExt cx="902056" cy="901976"/>
          </a:xfrm>
        </p:grpSpPr>
        <p:grpSp>
          <p:nvGrpSpPr>
            <p:cNvPr id="832" name="Google Shape;832;p46"/>
            <p:cNvGrpSpPr/>
            <p:nvPr/>
          </p:nvGrpSpPr>
          <p:grpSpPr>
            <a:xfrm>
              <a:off x="4246593" y="503900"/>
              <a:ext cx="901831" cy="901928"/>
              <a:chOff x="5998919" y="3270921"/>
              <a:chExt cx="1426046" cy="1426198"/>
            </a:xfrm>
          </p:grpSpPr>
          <p:sp>
            <p:nvSpPr>
              <p:cNvPr id="833" name="Google Shape;833;p46"/>
              <p:cNvSpPr/>
              <p:nvPr/>
            </p:nvSpPr>
            <p:spPr>
              <a:xfrm>
                <a:off x="5998919" y="3270921"/>
                <a:ext cx="713137" cy="713137"/>
              </a:xfrm>
              <a:custGeom>
                <a:rect b="b" l="l" r="r" t="t"/>
                <a:pathLst>
                  <a:path extrusionOk="0" h="713137" w="713137">
                    <a:moveTo>
                      <a:pt x="713137" y="521407"/>
                    </a:moveTo>
                    <a:lnTo>
                      <a:pt x="713137" y="0"/>
                    </a:lnTo>
                    <a:cubicBezTo>
                      <a:pt x="319271" y="0"/>
                      <a:pt x="0" y="319271"/>
                      <a:pt x="0" y="713137"/>
                    </a:cubicBezTo>
                    <a:lnTo>
                      <a:pt x="521408" y="713137"/>
                    </a:lnTo>
                    <a:cubicBezTo>
                      <a:pt x="521408" y="607245"/>
                      <a:pt x="607245" y="521407"/>
                      <a:pt x="713137" y="52140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4" name="Google Shape;834;p46"/>
              <p:cNvSpPr/>
              <p:nvPr/>
            </p:nvSpPr>
            <p:spPr>
              <a:xfrm>
                <a:off x="5998919" y="3983982"/>
                <a:ext cx="1426046" cy="713137"/>
              </a:xfrm>
              <a:custGeom>
                <a:rect b="b" l="l" r="r" t="t"/>
                <a:pathLst>
                  <a:path extrusionOk="0" h="713137" w="1426046">
                    <a:moveTo>
                      <a:pt x="904715" y="5165"/>
                    </a:moveTo>
                    <a:cubicBezTo>
                      <a:pt x="901981" y="108702"/>
                      <a:pt x="817282" y="191730"/>
                      <a:pt x="713137" y="191730"/>
                    </a:cubicBezTo>
                    <a:cubicBezTo>
                      <a:pt x="607245" y="191730"/>
                      <a:pt x="521408" y="105892"/>
                      <a:pt x="521408" y="0"/>
                    </a:cubicBezTo>
                    <a:lnTo>
                      <a:pt x="0" y="0"/>
                    </a:lnTo>
                    <a:cubicBezTo>
                      <a:pt x="0" y="393866"/>
                      <a:pt x="319271" y="713137"/>
                      <a:pt x="713137" y="713137"/>
                    </a:cubicBezTo>
                    <a:cubicBezTo>
                      <a:pt x="1100623" y="713137"/>
                      <a:pt x="1415867" y="404121"/>
                      <a:pt x="1426047" y="19067"/>
                    </a:cubicBezTo>
                    <a:lnTo>
                      <a:pt x="904715" y="51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835" name="Google Shape;835;p46"/>
            <p:cNvSpPr/>
            <p:nvPr/>
          </p:nvSpPr>
          <p:spPr>
            <a:xfrm>
              <a:off x="4783305" y="636091"/>
              <a:ext cx="365344" cy="330991"/>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6" name="Google Shape;836;p46"/>
            <p:cNvSpPr/>
            <p:nvPr/>
          </p:nvSpPr>
          <p:spPr>
            <a:xfrm>
              <a:off x="4810784" y="788761"/>
              <a:ext cx="309659" cy="122566"/>
            </a:xfrm>
            <a:custGeom>
              <a:rect b="b" l="l" r="r" t="t"/>
              <a:pathLst>
                <a:path extrusionOk="0" h="193780" w="489579">
                  <a:moveTo>
                    <a:pt x="0" y="193781"/>
                  </a:moveTo>
                  <a:lnTo>
                    <a:pt x="48957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837" name="Google Shape;837;p46"/>
            <p:cNvGrpSpPr/>
            <p:nvPr/>
          </p:nvGrpSpPr>
          <p:grpSpPr>
            <a:xfrm>
              <a:off x="4246593" y="503852"/>
              <a:ext cx="901928" cy="901976"/>
              <a:chOff x="5998919" y="3270845"/>
              <a:chExt cx="1426198" cy="1426274"/>
            </a:xfrm>
          </p:grpSpPr>
          <p:sp>
            <p:nvSpPr>
              <p:cNvPr id="838" name="Google Shape;838;p46"/>
              <p:cNvSpPr/>
              <p:nvPr/>
            </p:nvSpPr>
            <p:spPr>
              <a:xfrm>
                <a:off x="6712056" y="3270845"/>
                <a:ext cx="504239" cy="577619"/>
              </a:xfrm>
              <a:custGeom>
                <a:rect b="b" l="l" r="r" t="t"/>
                <a:pathLst>
                  <a:path extrusionOk="0" h="577619" w="504239">
                    <a:moveTo>
                      <a:pt x="135518" y="577620"/>
                    </a:moveTo>
                    <a:lnTo>
                      <a:pt x="504240" y="208897"/>
                    </a:lnTo>
                    <a:cubicBezTo>
                      <a:pt x="375179" y="79837"/>
                      <a:pt x="196895" y="0"/>
                      <a:pt x="0" y="0"/>
                    </a:cubicBezTo>
                    <a:lnTo>
                      <a:pt x="0" y="521408"/>
                    </a:lnTo>
                    <a:cubicBezTo>
                      <a:pt x="52946" y="521483"/>
                      <a:pt x="100879" y="542905"/>
                      <a:pt x="135518" y="57762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9" name="Google Shape;839;p46"/>
              <p:cNvSpPr/>
              <p:nvPr/>
            </p:nvSpPr>
            <p:spPr>
              <a:xfrm>
                <a:off x="6847498" y="3479895"/>
                <a:ext cx="577619" cy="523306"/>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0" name="Google Shape;840;p46"/>
              <p:cNvSpPr/>
              <p:nvPr/>
            </p:nvSpPr>
            <p:spPr>
              <a:xfrm>
                <a:off x="5998919" y="3270845"/>
                <a:ext cx="1426046" cy="1426274"/>
              </a:xfrm>
              <a:custGeom>
                <a:rect b="b" l="l" r="r" t="t"/>
                <a:pathLst>
                  <a:path extrusionOk="0" h="1426274" w="1426046">
                    <a:moveTo>
                      <a:pt x="904715" y="718303"/>
                    </a:moveTo>
                    <a:cubicBezTo>
                      <a:pt x="901981" y="821840"/>
                      <a:pt x="817282" y="904867"/>
                      <a:pt x="713137" y="904867"/>
                    </a:cubicBezTo>
                    <a:cubicBezTo>
                      <a:pt x="607245" y="904867"/>
                      <a:pt x="521408" y="819029"/>
                      <a:pt x="521408" y="713137"/>
                    </a:cubicBezTo>
                    <a:cubicBezTo>
                      <a:pt x="521408" y="607245"/>
                      <a:pt x="607245" y="521408"/>
                      <a:pt x="713137" y="521408"/>
                    </a:cubicBezTo>
                    <a:lnTo>
                      <a:pt x="713137" y="0"/>
                    </a:lnTo>
                    <a:cubicBezTo>
                      <a:pt x="319271" y="0"/>
                      <a:pt x="0" y="319271"/>
                      <a:pt x="0" y="713137"/>
                    </a:cubicBezTo>
                    <a:cubicBezTo>
                      <a:pt x="0" y="1107003"/>
                      <a:pt x="319271" y="1426274"/>
                      <a:pt x="713137" y="1426274"/>
                    </a:cubicBezTo>
                    <a:cubicBezTo>
                      <a:pt x="1100623" y="1426274"/>
                      <a:pt x="1415867" y="1117258"/>
                      <a:pt x="1426047" y="732204"/>
                    </a:cubicBezTo>
                    <a:lnTo>
                      <a:pt x="904715" y="718303"/>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aphicFrame>
        <p:nvGraphicFramePr>
          <p:cNvPr id="841" name="Google Shape;841;p46"/>
          <p:cNvGraphicFramePr/>
          <p:nvPr/>
        </p:nvGraphicFramePr>
        <p:xfrm>
          <a:off x="1539888" y="1898850"/>
          <a:ext cx="3000000" cy="3000000"/>
        </p:xfrm>
        <a:graphic>
          <a:graphicData uri="http://schemas.openxmlformats.org/drawingml/2006/table">
            <a:tbl>
              <a:tblPr>
                <a:noFill/>
                <a:tableStyleId>{A2FDEE08-4641-4CD2-A474-4644EB69D9D1}</a:tableStyleId>
              </a:tblPr>
              <a:tblGrid>
                <a:gridCol w="1608375"/>
                <a:gridCol w="2283850"/>
              </a:tblGrid>
              <a:tr h="356225">
                <a:tc>
                  <a:txBody>
                    <a:bodyPr/>
                    <a:lstStyle/>
                    <a:p>
                      <a:pPr indent="0" lvl="0" marL="0" rtl="0" algn="ctr">
                        <a:spcBef>
                          <a:spcPts val="0"/>
                        </a:spcBef>
                        <a:spcAft>
                          <a:spcPts val="0"/>
                        </a:spcAft>
                        <a:buNone/>
                      </a:pPr>
                      <a:r>
                        <a:rPr b="1" lang="en" sz="1600">
                          <a:solidFill>
                            <a:srgbClr val="17175A"/>
                          </a:solidFill>
                          <a:latin typeface="Passion One"/>
                          <a:ea typeface="Passion One"/>
                          <a:cs typeface="Passion One"/>
                          <a:sym typeface="Passion One"/>
                        </a:rPr>
                        <a:t>Petal Length</a:t>
                      </a:r>
                      <a:endParaRPr b="1" sz="1600">
                        <a:solidFill>
                          <a:srgbClr val="17175A"/>
                        </a:solidFill>
                        <a:latin typeface="Passion One"/>
                        <a:ea typeface="Passion One"/>
                        <a:cs typeface="Passion One"/>
                        <a:sym typeface="Passion One"/>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rgbClr val="F6F2CC"/>
                    </a:solidFill>
                  </a:tcPr>
                </a:tc>
                <a:tc>
                  <a:txBody>
                    <a:bodyPr/>
                    <a:lstStyle/>
                    <a:p>
                      <a:pPr indent="0" lvl="0" marL="0" rtl="0" algn="ctr">
                        <a:spcBef>
                          <a:spcPts val="0"/>
                        </a:spcBef>
                        <a:spcAft>
                          <a:spcPts val="0"/>
                        </a:spcAft>
                        <a:buNone/>
                      </a:pPr>
                      <a:r>
                        <a:rPr b="1" lang="en" sz="1600">
                          <a:solidFill>
                            <a:srgbClr val="17175A"/>
                          </a:solidFill>
                          <a:latin typeface="Passion One"/>
                          <a:ea typeface="Passion One"/>
                          <a:cs typeface="Passion One"/>
                          <a:sym typeface="Passion One"/>
                        </a:rPr>
                        <a:t>Norm. petal length</a:t>
                      </a:r>
                      <a:endParaRPr b="1" sz="1600">
                        <a:solidFill>
                          <a:srgbClr val="17175A"/>
                        </a:solidFill>
                        <a:latin typeface="Passion One"/>
                        <a:ea typeface="Passion One"/>
                        <a:cs typeface="Passion One"/>
                        <a:sym typeface="Passion One"/>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rgbClr val="F6F2CC"/>
                    </a:solidFill>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1.4</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0.14</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1.4</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0.14</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1.3</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0.13</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1.5</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0.15</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1.4</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0.14</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bl>
          </a:graphicData>
        </a:graphic>
      </p:graphicFrame>
      <p:grpSp>
        <p:nvGrpSpPr>
          <p:cNvPr id="842" name="Google Shape;842;p46"/>
          <p:cNvGrpSpPr/>
          <p:nvPr/>
        </p:nvGrpSpPr>
        <p:grpSpPr>
          <a:xfrm>
            <a:off x="7417925" y="1898850"/>
            <a:ext cx="1359549" cy="2228850"/>
            <a:chOff x="822425" y="2691800"/>
            <a:chExt cx="1359549" cy="2228850"/>
          </a:xfrm>
        </p:grpSpPr>
        <p:pic>
          <p:nvPicPr>
            <p:cNvPr id="843" name="Google Shape;843;p46"/>
            <p:cNvPicPr preferRelativeResize="0"/>
            <p:nvPr/>
          </p:nvPicPr>
          <p:blipFill rotWithShape="1">
            <a:blip r:embed="rId3">
              <a:alphaModFix/>
            </a:blip>
            <a:srcRect b="0" l="62576" r="17693" t="0"/>
            <a:stretch/>
          </p:blipFill>
          <p:spPr>
            <a:xfrm>
              <a:off x="1279925" y="2691800"/>
              <a:ext cx="902050" cy="2228850"/>
            </a:xfrm>
            <a:prstGeom prst="rect">
              <a:avLst/>
            </a:prstGeom>
            <a:noFill/>
            <a:ln>
              <a:noFill/>
            </a:ln>
          </p:spPr>
        </p:pic>
        <p:pic>
          <p:nvPicPr>
            <p:cNvPr id="844" name="Google Shape;844;p46"/>
            <p:cNvPicPr preferRelativeResize="0"/>
            <p:nvPr/>
          </p:nvPicPr>
          <p:blipFill rotWithShape="1">
            <a:blip r:embed="rId3">
              <a:alphaModFix/>
            </a:blip>
            <a:srcRect b="0" l="0" r="89993" t="0"/>
            <a:stretch/>
          </p:blipFill>
          <p:spPr>
            <a:xfrm>
              <a:off x="822425" y="2691800"/>
              <a:ext cx="457500" cy="2228850"/>
            </a:xfrm>
            <a:prstGeom prst="rect">
              <a:avLst/>
            </a:prstGeom>
            <a:noFill/>
            <a:ln>
              <a:noFill/>
            </a:ln>
          </p:spPr>
        </p:pic>
      </p:grpSp>
      <p:sp>
        <p:nvSpPr>
          <p:cNvPr id="845" name="Google Shape;845;p46"/>
          <p:cNvSpPr/>
          <p:nvPr/>
        </p:nvSpPr>
        <p:spPr>
          <a:xfrm>
            <a:off x="7441750" y="3864725"/>
            <a:ext cx="1311900" cy="198300"/>
          </a:xfrm>
          <a:prstGeom prst="rect">
            <a:avLst/>
          </a:prstGeom>
          <a:noFill/>
          <a:ln cap="flat" cmpd="sng" w="1905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pic>
        <p:nvPicPr>
          <p:cNvPr id="846" name="Google Shape;846;p46"/>
          <p:cNvPicPr preferRelativeResize="0"/>
          <p:nvPr/>
        </p:nvPicPr>
        <p:blipFill rotWithShape="1">
          <a:blip r:embed="rId4">
            <a:alphaModFix/>
          </a:blip>
          <a:srcRect b="14916" l="20238" r="23229" t="10800"/>
          <a:stretch/>
        </p:blipFill>
        <p:spPr>
          <a:xfrm>
            <a:off x="5795737" y="280388"/>
            <a:ext cx="1588556" cy="901975"/>
          </a:xfrm>
          <a:prstGeom prst="rect">
            <a:avLst/>
          </a:prstGeom>
          <a:noFill/>
          <a:ln cap="flat" cmpd="sng" w="9525">
            <a:solidFill>
              <a:srgbClr val="FF0000"/>
            </a:solidFill>
            <a:prstDash val="solid"/>
            <a:round/>
            <a:headEnd len="sm" w="sm" type="none"/>
            <a:tailEnd len="sm" w="sm" type="none"/>
          </a:ln>
        </p:spPr>
      </p:pic>
      <p:sp>
        <p:nvSpPr>
          <p:cNvPr id="847" name="Google Shape;847;p46"/>
          <p:cNvSpPr txBox="1"/>
          <p:nvPr>
            <p:ph idx="1" type="subTitle"/>
          </p:nvPr>
        </p:nvSpPr>
        <p:spPr>
          <a:xfrm>
            <a:off x="6138975" y="1395500"/>
            <a:ext cx="902100" cy="398700"/>
          </a:xfrm>
          <a:prstGeom prst="rect">
            <a:avLst/>
          </a:prstGeom>
          <a:ln cap="flat" cmpd="sng" w="9525">
            <a:solidFill>
              <a:schemeClr val="accent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chemeClr val="accent4"/>
                </a:solidFill>
              </a:rPr>
              <a:t>d = 1 </a:t>
            </a:r>
            <a:endParaRPr b="1" sz="1500">
              <a:solidFill>
                <a:schemeClr val="accent4"/>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47"/>
          <p:cNvSpPr txBox="1"/>
          <p:nvPr>
            <p:ph idx="1" type="subTitle"/>
          </p:nvPr>
        </p:nvSpPr>
        <p:spPr>
          <a:xfrm>
            <a:off x="720075" y="1077500"/>
            <a:ext cx="7754400" cy="39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3.     Decimal Scaling Normalization (</a:t>
            </a:r>
            <a:r>
              <a:rPr b="1" lang="en"/>
              <a:t>Petal Width</a:t>
            </a:r>
            <a:r>
              <a:rPr b="1" lang="en"/>
              <a:t>)</a:t>
            </a:r>
            <a:endParaRPr b="1"/>
          </a:p>
        </p:txBody>
      </p:sp>
      <p:sp>
        <p:nvSpPr>
          <p:cNvPr id="853" name="Google Shape;853;p4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 2</a:t>
            </a:r>
            <a:endParaRPr/>
          </a:p>
        </p:txBody>
      </p:sp>
      <p:grpSp>
        <p:nvGrpSpPr>
          <p:cNvPr id="854" name="Google Shape;854;p47"/>
          <p:cNvGrpSpPr/>
          <p:nvPr/>
        </p:nvGrpSpPr>
        <p:grpSpPr>
          <a:xfrm>
            <a:off x="350755" y="4018677"/>
            <a:ext cx="902056" cy="901976"/>
            <a:chOff x="4246593" y="503852"/>
            <a:chExt cx="902056" cy="901976"/>
          </a:xfrm>
        </p:grpSpPr>
        <p:grpSp>
          <p:nvGrpSpPr>
            <p:cNvPr id="855" name="Google Shape;855;p47"/>
            <p:cNvGrpSpPr/>
            <p:nvPr/>
          </p:nvGrpSpPr>
          <p:grpSpPr>
            <a:xfrm>
              <a:off x="4246593" y="503900"/>
              <a:ext cx="901831" cy="901928"/>
              <a:chOff x="5998919" y="3270921"/>
              <a:chExt cx="1426046" cy="1426198"/>
            </a:xfrm>
          </p:grpSpPr>
          <p:sp>
            <p:nvSpPr>
              <p:cNvPr id="856" name="Google Shape;856;p47"/>
              <p:cNvSpPr/>
              <p:nvPr/>
            </p:nvSpPr>
            <p:spPr>
              <a:xfrm>
                <a:off x="5998919" y="3270921"/>
                <a:ext cx="713137" cy="713137"/>
              </a:xfrm>
              <a:custGeom>
                <a:rect b="b" l="l" r="r" t="t"/>
                <a:pathLst>
                  <a:path extrusionOk="0" h="713137" w="713137">
                    <a:moveTo>
                      <a:pt x="713137" y="521407"/>
                    </a:moveTo>
                    <a:lnTo>
                      <a:pt x="713137" y="0"/>
                    </a:lnTo>
                    <a:cubicBezTo>
                      <a:pt x="319271" y="0"/>
                      <a:pt x="0" y="319271"/>
                      <a:pt x="0" y="713137"/>
                    </a:cubicBezTo>
                    <a:lnTo>
                      <a:pt x="521408" y="713137"/>
                    </a:lnTo>
                    <a:cubicBezTo>
                      <a:pt x="521408" y="607245"/>
                      <a:pt x="607245" y="521407"/>
                      <a:pt x="713137" y="52140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7" name="Google Shape;857;p47"/>
              <p:cNvSpPr/>
              <p:nvPr/>
            </p:nvSpPr>
            <p:spPr>
              <a:xfrm>
                <a:off x="5998919" y="3983982"/>
                <a:ext cx="1426046" cy="713137"/>
              </a:xfrm>
              <a:custGeom>
                <a:rect b="b" l="l" r="r" t="t"/>
                <a:pathLst>
                  <a:path extrusionOk="0" h="713137" w="1426046">
                    <a:moveTo>
                      <a:pt x="904715" y="5165"/>
                    </a:moveTo>
                    <a:cubicBezTo>
                      <a:pt x="901981" y="108702"/>
                      <a:pt x="817282" y="191730"/>
                      <a:pt x="713137" y="191730"/>
                    </a:cubicBezTo>
                    <a:cubicBezTo>
                      <a:pt x="607245" y="191730"/>
                      <a:pt x="521408" y="105892"/>
                      <a:pt x="521408" y="0"/>
                    </a:cubicBezTo>
                    <a:lnTo>
                      <a:pt x="0" y="0"/>
                    </a:lnTo>
                    <a:cubicBezTo>
                      <a:pt x="0" y="393866"/>
                      <a:pt x="319271" y="713137"/>
                      <a:pt x="713137" y="713137"/>
                    </a:cubicBezTo>
                    <a:cubicBezTo>
                      <a:pt x="1100623" y="713137"/>
                      <a:pt x="1415867" y="404121"/>
                      <a:pt x="1426047" y="19067"/>
                    </a:cubicBezTo>
                    <a:lnTo>
                      <a:pt x="904715" y="51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858" name="Google Shape;858;p47"/>
            <p:cNvSpPr/>
            <p:nvPr/>
          </p:nvSpPr>
          <p:spPr>
            <a:xfrm>
              <a:off x="4783305" y="636091"/>
              <a:ext cx="365344" cy="330991"/>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9" name="Google Shape;859;p47"/>
            <p:cNvSpPr/>
            <p:nvPr/>
          </p:nvSpPr>
          <p:spPr>
            <a:xfrm>
              <a:off x="4810784" y="788761"/>
              <a:ext cx="309659" cy="122566"/>
            </a:xfrm>
            <a:custGeom>
              <a:rect b="b" l="l" r="r" t="t"/>
              <a:pathLst>
                <a:path extrusionOk="0" h="193780" w="489579">
                  <a:moveTo>
                    <a:pt x="0" y="193781"/>
                  </a:moveTo>
                  <a:lnTo>
                    <a:pt x="48957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860" name="Google Shape;860;p47"/>
            <p:cNvGrpSpPr/>
            <p:nvPr/>
          </p:nvGrpSpPr>
          <p:grpSpPr>
            <a:xfrm>
              <a:off x="4246593" y="503852"/>
              <a:ext cx="901928" cy="901976"/>
              <a:chOff x="5998919" y="3270845"/>
              <a:chExt cx="1426198" cy="1426274"/>
            </a:xfrm>
          </p:grpSpPr>
          <p:sp>
            <p:nvSpPr>
              <p:cNvPr id="861" name="Google Shape;861;p47"/>
              <p:cNvSpPr/>
              <p:nvPr/>
            </p:nvSpPr>
            <p:spPr>
              <a:xfrm>
                <a:off x="6712056" y="3270845"/>
                <a:ext cx="504239" cy="577619"/>
              </a:xfrm>
              <a:custGeom>
                <a:rect b="b" l="l" r="r" t="t"/>
                <a:pathLst>
                  <a:path extrusionOk="0" h="577619" w="504239">
                    <a:moveTo>
                      <a:pt x="135518" y="577620"/>
                    </a:moveTo>
                    <a:lnTo>
                      <a:pt x="504240" y="208897"/>
                    </a:lnTo>
                    <a:cubicBezTo>
                      <a:pt x="375179" y="79837"/>
                      <a:pt x="196895" y="0"/>
                      <a:pt x="0" y="0"/>
                    </a:cubicBezTo>
                    <a:lnTo>
                      <a:pt x="0" y="521408"/>
                    </a:lnTo>
                    <a:cubicBezTo>
                      <a:pt x="52946" y="521483"/>
                      <a:pt x="100879" y="542905"/>
                      <a:pt x="135518" y="57762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2" name="Google Shape;862;p47"/>
              <p:cNvSpPr/>
              <p:nvPr/>
            </p:nvSpPr>
            <p:spPr>
              <a:xfrm>
                <a:off x="6847498" y="3479895"/>
                <a:ext cx="577619" cy="523306"/>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3" name="Google Shape;863;p47"/>
              <p:cNvSpPr/>
              <p:nvPr/>
            </p:nvSpPr>
            <p:spPr>
              <a:xfrm>
                <a:off x="5998919" y="3270845"/>
                <a:ext cx="1426046" cy="1426274"/>
              </a:xfrm>
              <a:custGeom>
                <a:rect b="b" l="l" r="r" t="t"/>
                <a:pathLst>
                  <a:path extrusionOk="0" h="1426274" w="1426046">
                    <a:moveTo>
                      <a:pt x="904715" y="718303"/>
                    </a:moveTo>
                    <a:cubicBezTo>
                      <a:pt x="901981" y="821840"/>
                      <a:pt x="817282" y="904867"/>
                      <a:pt x="713137" y="904867"/>
                    </a:cubicBezTo>
                    <a:cubicBezTo>
                      <a:pt x="607245" y="904867"/>
                      <a:pt x="521408" y="819029"/>
                      <a:pt x="521408" y="713137"/>
                    </a:cubicBezTo>
                    <a:cubicBezTo>
                      <a:pt x="521408" y="607245"/>
                      <a:pt x="607245" y="521408"/>
                      <a:pt x="713137" y="521408"/>
                    </a:cubicBezTo>
                    <a:lnTo>
                      <a:pt x="713137" y="0"/>
                    </a:lnTo>
                    <a:cubicBezTo>
                      <a:pt x="319271" y="0"/>
                      <a:pt x="0" y="319271"/>
                      <a:pt x="0" y="713137"/>
                    </a:cubicBezTo>
                    <a:cubicBezTo>
                      <a:pt x="0" y="1107003"/>
                      <a:pt x="319271" y="1426274"/>
                      <a:pt x="713137" y="1426274"/>
                    </a:cubicBezTo>
                    <a:cubicBezTo>
                      <a:pt x="1100623" y="1426274"/>
                      <a:pt x="1415867" y="1117258"/>
                      <a:pt x="1426047" y="732204"/>
                    </a:cubicBezTo>
                    <a:lnTo>
                      <a:pt x="904715" y="718303"/>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aphicFrame>
        <p:nvGraphicFramePr>
          <p:cNvPr id="864" name="Google Shape;864;p47"/>
          <p:cNvGraphicFramePr/>
          <p:nvPr/>
        </p:nvGraphicFramePr>
        <p:xfrm>
          <a:off x="1539888" y="1898850"/>
          <a:ext cx="3000000" cy="3000000"/>
        </p:xfrm>
        <a:graphic>
          <a:graphicData uri="http://schemas.openxmlformats.org/drawingml/2006/table">
            <a:tbl>
              <a:tblPr>
                <a:noFill/>
                <a:tableStyleId>{A2FDEE08-4641-4CD2-A474-4644EB69D9D1}</a:tableStyleId>
              </a:tblPr>
              <a:tblGrid>
                <a:gridCol w="1608375"/>
                <a:gridCol w="2283850"/>
              </a:tblGrid>
              <a:tr h="356225">
                <a:tc>
                  <a:txBody>
                    <a:bodyPr/>
                    <a:lstStyle/>
                    <a:p>
                      <a:pPr indent="0" lvl="0" marL="0" rtl="0" algn="ctr">
                        <a:spcBef>
                          <a:spcPts val="0"/>
                        </a:spcBef>
                        <a:spcAft>
                          <a:spcPts val="0"/>
                        </a:spcAft>
                        <a:buNone/>
                      </a:pPr>
                      <a:r>
                        <a:rPr b="1" lang="en" sz="1600">
                          <a:solidFill>
                            <a:srgbClr val="17175A"/>
                          </a:solidFill>
                          <a:latin typeface="Passion One"/>
                          <a:ea typeface="Passion One"/>
                          <a:cs typeface="Passion One"/>
                          <a:sym typeface="Passion One"/>
                        </a:rPr>
                        <a:t>Petal Width</a:t>
                      </a:r>
                      <a:endParaRPr b="1" sz="1600">
                        <a:solidFill>
                          <a:srgbClr val="17175A"/>
                        </a:solidFill>
                        <a:latin typeface="Passion One"/>
                        <a:ea typeface="Passion One"/>
                        <a:cs typeface="Passion One"/>
                        <a:sym typeface="Passion One"/>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rgbClr val="F6F2CC"/>
                    </a:solidFill>
                  </a:tcPr>
                </a:tc>
                <a:tc>
                  <a:txBody>
                    <a:bodyPr/>
                    <a:lstStyle/>
                    <a:p>
                      <a:pPr indent="0" lvl="0" marL="0" rtl="0" algn="ctr">
                        <a:spcBef>
                          <a:spcPts val="0"/>
                        </a:spcBef>
                        <a:spcAft>
                          <a:spcPts val="0"/>
                        </a:spcAft>
                        <a:buNone/>
                      </a:pPr>
                      <a:r>
                        <a:rPr b="1" lang="en" sz="1600">
                          <a:solidFill>
                            <a:srgbClr val="17175A"/>
                          </a:solidFill>
                          <a:latin typeface="Passion One"/>
                          <a:ea typeface="Passion One"/>
                          <a:cs typeface="Passion One"/>
                          <a:sym typeface="Passion One"/>
                        </a:rPr>
                        <a:t>Norm. petal width</a:t>
                      </a:r>
                      <a:endParaRPr b="1" sz="1600">
                        <a:solidFill>
                          <a:srgbClr val="17175A"/>
                        </a:solidFill>
                        <a:latin typeface="Passion One"/>
                        <a:ea typeface="Passion One"/>
                        <a:cs typeface="Passion One"/>
                        <a:sym typeface="Passion One"/>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rgbClr val="F6F2CC"/>
                    </a:solidFill>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0.2</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0.02</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0.2</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0.02</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0.2</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0.02</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0.2</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0.02</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r h="318050">
                <a:tc>
                  <a:txBody>
                    <a:bodyPr/>
                    <a:lstStyle/>
                    <a:p>
                      <a:pPr indent="0" lvl="0" marL="0" rtl="0" algn="ctr">
                        <a:spcBef>
                          <a:spcPts val="0"/>
                        </a:spcBef>
                        <a:spcAft>
                          <a:spcPts val="0"/>
                        </a:spcAft>
                        <a:buNone/>
                      </a:pPr>
                      <a:r>
                        <a:rPr lang="en" sz="1300">
                          <a:solidFill>
                            <a:srgbClr val="17175A"/>
                          </a:solidFill>
                          <a:latin typeface="Inter"/>
                          <a:ea typeface="Inter"/>
                          <a:cs typeface="Inter"/>
                          <a:sym typeface="Inter"/>
                        </a:rPr>
                        <a:t>0.2</a:t>
                      </a:r>
                      <a:endParaRPr sz="1300">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0.02</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tcPr>
                </a:tc>
              </a:tr>
            </a:tbl>
          </a:graphicData>
        </a:graphic>
      </p:graphicFrame>
      <p:grpSp>
        <p:nvGrpSpPr>
          <p:cNvPr id="865" name="Google Shape;865;p47"/>
          <p:cNvGrpSpPr/>
          <p:nvPr/>
        </p:nvGrpSpPr>
        <p:grpSpPr>
          <a:xfrm>
            <a:off x="7417925" y="1898850"/>
            <a:ext cx="1359549" cy="2228850"/>
            <a:chOff x="822425" y="2691800"/>
            <a:chExt cx="1359549" cy="2228850"/>
          </a:xfrm>
        </p:grpSpPr>
        <p:pic>
          <p:nvPicPr>
            <p:cNvPr id="866" name="Google Shape;866;p47"/>
            <p:cNvPicPr preferRelativeResize="0"/>
            <p:nvPr/>
          </p:nvPicPr>
          <p:blipFill rotWithShape="1">
            <a:blip r:embed="rId3">
              <a:alphaModFix/>
            </a:blip>
            <a:srcRect b="0" l="80915" r="-645" t="0"/>
            <a:stretch/>
          </p:blipFill>
          <p:spPr>
            <a:xfrm>
              <a:off x="1279925" y="2691800"/>
              <a:ext cx="902050" cy="2228850"/>
            </a:xfrm>
            <a:prstGeom prst="rect">
              <a:avLst/>
            </a:prstGeom>
            <a:noFill/>
            <a:ln>
              <a:noFill/>
            </a:ln>
          </p:spPr>
        </p:pic>
        <p:pic>
          <p:nvPicPr>
            <p:cNvPr id="867" name="Google Shape;867;p47"/>
            <p:cNvPicPr preferRelativeResize="0"/>
            <p:nvPr/>
          </p:nvPicPr>
          <p:blipFill rotWithShape="1">
            <a:blip r:embed="rId3">
              <a:alphaModFix/>
            </a:blip>
            <a:srcRect b="0" l="0" r="89993" t="0"/>
            <a:stretch/>
          </p:blipFill>
          <p:spPr>
            <a:xfrm>
              <a:off x="822425" y="2691800"/>
              <a:ext cx="457500" cy="2228850"/>
            </a:xfrm>
            <a:prstGeom prst="rect">
              <a:avLst/>
            </a:prstGeom>
            <a:noFill/>
            <a:ln>
              <a:noFill/>
            </a:ln>
          </p:spPr>
        </p:pic>
      </p:grpSp>
      <p:sp>
        <p:nvSpPr>
          <p:cNvPr id="868" name="Google Shape;868;p47"/>
          <p:cNvSpPr/>
          <p:nvPr/>
        </p:nvSpPr>
        <p:spPr>
          <a:xfrm>
            <a:off x="7441750" y="3864725"/>
            <a:ext cx="1311900" cy="198300"/>
          </a:xfrm>
          <a:prstGeom prst="rect">
            <a:avLst/>
          </a:prstGeom>
          <a:noFill/>
          <a:ln cap="flat" cmpd="sng" w="1905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pic>
        <p:nvPicPr>
          <p:cNvPr id="869" name="Google Shape;869;p47"/>
          <p:cNvPicPr preferRelativeResize="0"/>
          <p:nvPr/>
        </p:nvPicPr>
        <p:blipFill rotWithShape="1">
          <a:blip r:embed="rId4">
            <a:alphaModFix/>
          </a:blip>
          <a:srcRect b="14916" l="20238" r="23229" t="10800"/>
          <a:stretch/>
        </p:blipFill>
        <p:spPr>
          <a:xfrm>
            <a:off x="5795737" y="280388"/>
            <a:ext cx="1588556" cy="901975"/>
          </a:xfrm>
          <a:prstGeom prst="rect">
            <a:avLst/>
          </a:prstGeom>
          <a:noFill/>
          <a:ln cap="flat" cmpd="sng" w="9525">
            <a:solidFill>
              <a:srgbClr val="FF0000"/>
            </a:solidFill>
            <a:prstDash val="solid"/>
            <a:round/>
            <a:headEnd len="sm" w="sm" type="none"/>
            <a:tailEnd len="sm" w="sm" type="none"/>
          </a:ln>
        </p:spPr>
      </p:pic>
      <p:sp>
        <p:nvSpPr>
          <p:cNvPr id="870" name="Google Shape;870;p47"/>
          <p:cNvSpPr txBox="1"/>
          <p:nvPr>
            <p:ph idx="1" type="subTitle"/>
          </p:nvPr>
        </p:nvSpPr>
        <p:spPr>
          <a:xfrm>
            <a:off x="6138975" y="1395500"/>
            <a:ext cx="902100" cy="398700"/>
          </a:xfrm>
          <a:prstGeom prst="rect">
            <a:avLst/>
          </a:prstGeom>
          <a:ln cap="flat" cmpd="sng" w="9525">
            <a:solidFill>
              <a:schemeClr val="accent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chemeClr val="accent4"/>
                </a:solidFill>
              </a:rPr>
              <a:t>d = 1 </a:t>
            </a:r>
            <a:endParaRPr b="1" sz="1500">
              <a:solidFill>
                <a:schemeClr val="accent4"/>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sp>
        <p:nvSpPr>
          <p:cNvPr id="875" name="Google Shape;875;p48"/>
          <p:cNvSpPr txBox="1"/>
          <p:nvPr>
            <p:ph idx="1" type="subTitle"/>
          </p:nvPr>
        </p:nvSpPr>
        <p:spPr>
          <a:xfrm>
            <a:off x="720075" y="1077500"/>
            <a:ext cx="7754400" cy="39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2.     Z-score Normalization</a:t>
            </a:r>
            <a:endParaRPr b="1"/>
          </a:p>
        </p:txBody>
      </p:sp>
      <p:sp>
        <p:nvSpPr>
          <p:cNvPr id="876" name="Google Shape;876;p4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 2</a:t>
            </a:r>
            <a:endParaRPr/>
          </a:p>
        </p:txBody>
      </p:sp>
      <p:grpSp>
        <p:nvGrpSpPr>
          <p:cNvPr id="877" name="Google Shape;877;p48"/>
          <p:cNvGrpSpPr/>
          <p:nvPr/>
        </p:nvGrpSpPr>
        <p:grpSpPr>
          <a:xfrm>
            <a:off x="350755" y="4018677"/>
            <a:ext cx="902056" cy="901976"/>
            <a:chOff x="4246593" y="503852"/>
            <a:chExt cx="902056" cy="901976"/>
          </a:xfrm>
        </p:grpSpPr>
        <p:grpSp>
          <p:nvGrpSpPr>
            <p:cNvPr id="878" name="Google Shape;878;p48"/>
            <p:cNvGrpSpPr/>
            <p:nvPr/>
          </p:nvGrpSpPr>
          <p:grpSpPr>
            <a:xfrm>
              <a:off x="4246593" y="503900"/>
              <a:ext cx="901831" cy="901928"/>
              <a:chOff x="5998919" y="3270921"/>
              <a:chExt cx="1426046" cy="1426198"/>
            </a:xfrm>
          </p:grpSpPr>
          <p:sp>
            <p:nvSpPr>
              <p:cNvPr id="879" name="Google Shape;879;p48"/>
              <p:cNvSpPr/>
              <p:nvPr/>
            </p:nvSpPr>
            <p:spPr>
              <a:xfrm>
                <a:off x="5998919" y="3270921"/>
                <a:ext cx="713137" cy="713137"/>
              </a:xfrm>
              <a:custGeom>
                <a:rect b="b" l="l" r="r" t="t"/>
                <a:pathLst>
                  <a:path extrusionOk="0" h="713137" w="713137">
                    <a:moveTo>
                      <a:pt x="713137" y="521407"/>
                    </a:moveTo>
                    <a:lnTo>
                      <a:pt x="713137" y="0"/>
                    </a:lnTo>
                    <a:cubicBezTo>
                      <a:pt x="319271" y="0"/>
                      <a:pt x="0" y="319271"/>
                      <a:pt x="0" y="713137"/>
                    </a:cubicBezTo>
                    <a:lnTo>
                      <a:pt x="521408" y="713137"/>
                    </a:lnTo>
                    <a:cubicBezTo>
                      <a:pt x="521408" y="607245"/>
                      <a:pt x="607245" y="521407"/>
                      <a:pt x="713137" y="52140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0" name="Google Shape;880;p48"/>
              <p:cNvSpPr/>
              <p:nvPr/>
            </p:nvSpPr>
            <p:spPr>
              <a:xfrm>
                <a:off x="5998919" y="3983982"/>
                <a:ext cx="1426046" cy="713137"/>
              </a:xfrm>
              <a:custGeom>
                <a:rect b="b" l="l" r="r" t="t"/>
                <a:pathLst>
                  <a:path extrusionOk="0" h="713137" w="1426046">
                    <a:moveTo>
                      <a:pt x="904715" y="5165"/>
                    </a:moveTo>
                    <a:cubicBezTo>
                      <a:pt x="901981" y="108702"/>
                      <a:pt x="817282" y="191730"/>
                      <a:pt x="713137" y="191730"/>
                    </a:cubicBezTo>
                    <a:cubicBezTo>
                      <a:pt x="607245" y="191730"/>
                      <a:pt x="521408" y="105892"/>
                      <a:pt x="521408" y="0"/>
                    </a:cubicBezTo>
                    <a:lnTo>
                      <a:pt x="0" y="0"/>
                    </a:lnTo>
                    <a:cubicBezTo>
                      <a:pt x="0" y="393866"/>
                      <a:pt x="319271" y="713137"/>
                      <a:pt x="713137" y="713137"/>
                    </a:cubicBezTo>
                    <a:cubicBezTo>
                      <a:pt x="1100623" y="713137"/>
                      <a:pt x="1415867" y="404121"/>
                      <a:pt x="1426047" y="19067"/>
                    </a:cubicBezTo>
                    <a:lnTo>
                      <a:pt x="904715" y="51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881" name="Google Shape;881;p48"/>
            <p:cNvSpPr/>
            <p:nvPr/>
          </p:nvSpPr>
          <p:spPr>
            <a:xfrm>
              <a:off x="4783305" y="636091"/>
              <a:ext cx="365344" cy="330991"/>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2" name="Google Shape;882;p48"/>
            <p:cNvSpPr/>
            <p:nvPr/>
          </p:nvSpPr>
          <p:spPr>
            <a:xfrm>
              <a:off x="4810784" y="788761"/>
              <a:ext cx="309659" cy="122566"/>
            </a:xfrm>
            <a:custGeom>
              <a:rect b="b" l="l" r="r" t="t"/>
              <a:pathLst>
                <a:path extrusionOk="0" h="193780" w="489579">
                  <a:moveTo>
                    <a:pt x="0" y="193781"/>
                  </a:moveTo>
                  <a:lnTo>
                    <a:pt x="48957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883" name="Google Shape;883;p48"/>
            <p:cNvGrpSpPr/>
            <p:nvPr/>
          </p:nvGrpSpPr>
          <p:grpSpPr>
            <a:xfrm>
              <a:off x="4246593" y="503852"/>
              <a:ext cx="901928" cy="901976"/>
              <a:chOff x="5998919" y="3270845"/>
              <a:chExt cx="1426198" cy="1426274"/>
            </a:xfrm>
          </p:grpSpPr>
          <p:sp>
            <p:nvSpPr>
              <p:cNvPr id="884" name="Google Shape;884;p48"/>
              <p:cNvSpPr/>
              <p:nvPr/>
            </p:nvSpPr>
            <p:spPr>
              <a:xfrm>
                <a:off x="6712056" y="3270845"/>
                <a:ext cx="504239" cy="577619"/>
              </a:xfrm>
              <a:custGeom>
                <a:rect b="b" l="l" r="r" t="t"/>
                <a:pathLst>
                  <a:path extrusionOk="0" h="577619" w="504239">
                    <a:moveTo>
                      <a:pt x="135518" y="577620"/>
                    </a:moveTo>
                    <a:lnTo>
                      <a:pt x="504240" y="208897"/>
                    </a:lnTo>
                    <a:cubicBezTo>
                      <a:pt x="375179" y="79837"/>
                      <a:pt x="196895" y="0"/>
                      <a:pt x="0" y="0"/>
                    </a:cubicBezTo>
                    <a:lnTo>
                      <a:pt x="0" y="521408"/>
                    </a:lnTo>
                    <a:cubicBezTo>
                      <a:pt x="52946" y="521483"/>
                      <a:pt x="100879" y="542905"/>
                      <a:pt x="135518" y="57762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5" name="Google Shape;885;p48"/>
              <p:cNvSpPr/>
              <p:nvPr/>
            </p:nvSpPr>
            <p:spPr>
              <a:xfrm>
                <a:off x="6847498" y="3479895"/>
                <a:ext cx="577619" cy="523306"/>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6" name="Google Shape;886;p48"/>
              <p:cNvSpPr/>
              <p:nvPr/>
            </p:nvSpPr>
            <p:spPr>
              <a:xfrm>
                <a:off x="5998919" y="3270845"/>
                <a:ext cx="1426046" cy="1426274"/>
              </a:xfrm>
              <a:custGeom>
                <a:rect b="b" l="l" r="r" t="t"/>
                <a:pathLst>
                  <a:path extrusionOk="0" h="1426274" w="1426046">
                    <a:moveTo>
                      <a:pt x="904715" y="718303"/>
                    </a:moveTo>
                    <a:cubicBezTo>
                      <a:pt x="901981" y="821840"/>
                      <a:pt x="817282" y="904867"/>
                      <a:pt x="713137" y="904867"/>
                    </a:cubicBezTo>
                    <a:cubicBezTo>
                      <a:pt x="607245" y="904867"/>
                      <a:pt x="521408" y="819029"/>
                      <a:pt x="521408" y="713137"/>
                    </a:cubicBezTo>
                    <a:cubicBezTo>
                      <a:pt x="521408" y="607245"/>
                      <a:pt x="607245" y="521408"/>
                      <a:pt x="713137" y="521408"/>
                    </a:cubicBezTo>
                    <a:lnTo>
                      <a:pt x="713137" y="0"/>
                    </a:lnTo>
                    <a:cubicBezTo>
                      <a:pt x="319271" y="0"/>
                      <a:pt x="0" y="319271"/>
                      <a:pt x="0" y="713137"/>
                    </a:cubicBezTo>
                    <a:cubicBezTo>
                      <a:pt x="0" y="1107003"/>
                      <a:pt x="319271" y="1426274"/>
                      <a:pt x="713137" y="1426274"/>
                    </a:cubicBezTo>
                    <a:cubicBezTo>
                      <a:pt x="1100623" y="1426274"/>
                      <a:pt x="1415867" y="1117258"/>
                      <a:pt x="1426047" y="732204"/>
                    </a:cubicBezTo>
                    <a:lnTo>
                      <a:pt x="904715" y="718303"/>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aphicFrame>
        <p:nvGraphicFramePr>
          <p:cNvPr id="887" name="Google Shape;887;p48"/>
          <p:cNvGraphicFramePr/>
          <p:nvPr/>
        </p:nvGraphicFramePr>
        <p:xfrm>
          <a:off x="1183688" y="1908950"/>
          <a:ext cx="3000000" cy="3000000"/>
        </p:xfrm>
        <a:graphic>
          <a:graphicData uri="http://schemas.openxmlformats.org/drawingml/2006/table">
            <a:tbl>
              <a:tblPr>
                <a:noFill/>
                <a:tableStyleId>{A2FDEE08-4641-4CD2-A474-4644EB69D9D1}</a:tableStyleId>
              </a:tblPr>
              <a:tblGrid>
                <a:gridCol w="1694150"/>
                <a:gridCol w="1694150"/>
                <a:gridCol w="1694150"/>
                <a:gridCol w="1694150"/>
              </a:tblGrid>
              <a:tr h="862000">
                <a:tc>
                  <a:txBody>
                    <a:bodyPr/>
                    <a:lstStyle/>
                    <a:p>
                      <a:pPr indent="0" lvl="0" marL="0" rtl="0" algn="ctr">
                        <a:spcBef>
                          <a:spcPts val="0"/>
                        </a:spcBef>
                        <a:spcAft>
                          <a:spcPts val="0"/>
                        </a:spcAft>
                        <a:buNone/>
                      </a:pPr>
                      <a:r>
                        <a:rPr b="1" lang="en" sz="1600">
                          <a:solidFill>
                            <a:srgbClr val="17175A"/>
                          </a:solidFill>
                          <a:latin typeface="Passion One"/>
                          <a:ea typeface="Passion One"/>
                          <a:cs typeface="Passion One"/>
                          <a:sym typeface="Passion One"/>
                        </a:rPr>
                        <a:t>Norm. sepal length</a:t>
                      </a:r>
                      <a:endParaRPr b="1" sz="1600">
                        <a:solidFill>
                          <a:srgbClr val="17175A"/>
                        </a:solidFill>
                        <a:latin typeface="Passion One"/>
                        <a:ea typeface="Passion One"/>
                        <a:cs typeface="Passion One"/>
                        <a:sym typeface="Passion One"/>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rgbClr val="F6F2CC"/>
                    </a:solidFill>
                  </a:tcPr>
                </a:tc>
                <a:tc>
                  <a:txBody>
                    <a:bodyPr/>
                    <a:lstStyle/>
                    <a:p>
                      <a:pPr indent="0" lvl="0" marL="0" rtl="0" algn="ctr">
                        <a:spcBef>
                          <a:spcPts val="0"/>
                        </a:spcBef>
                        <a:spcAft>
                          <a:spcPts val="0"/>
                        </a:spcAft>
                        <a:buNone/>
                      </a:pPr>
                      <a:r>
                        <a:rPr b="1" lang="en" sz="1600">
                          <a:solidFill>
                            <a:srgbClr val="17175A"/>
                          </a:solidFill>
                          <a:latin typeface="Passion One"/>
                          <a:ea typeface="Passion One"/>
                          <a:cs typeface="Passion One"/>
                          <a:sym typeface="Passion One"/>
                        </a:rPr>
                        <a:t>Norm. sepal width</a:t>
                      </a:r>
                      <a:endParaRPr b="1" sz="1600">
                        <a:solidFill>
                          <a:srgbClr val="17175A"/>
                        </a:solidFill>
                        <a:latin typeface="Passion One"/>
                        <a:ea typeface="Passion One"/>
                        <a:cs typeface="Passion One"/>
                        <a:sym typeface="Passion One"/>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rgbClr val="F6F2CC"/>
                    </a:solidFill>
                  </a:tcPr>
                </a:tc>
                <a:tc>
                  <a:txBody>
                    <a:bodyPr/>
                    <a:lstStyle/>
                    <a:p>
                      <a:pPr indent="0" lvl="0" marL="0" rtl="0" algn="ctr">
                        <a:spcBef>
                          <a:spcPts val="0"/>
                        </a:spcBef>
                        <a:spcAft>
                          <a:spcPts val="0"/>
                        </a:spcAft>
                        <a:buNone/>
                      </a:pPr>
                      <a:r>
                        <a:rPr b="1" lang="en" sz="1600">
                          <a:solidFill>
                            <a:srgbClr val="17175A"/>
                          </a:solidFill>
                          <a:latin typeface="Passion One"/>
                          <a:ea typeface="Passion One"/>
                          <a:cs typeface="Passion One"/>
                          <a:sym typeface="Passion One"/>
                        </a:rPr>
                        <a:t>Norm. petal length</a:t>
                      </a:r>
                      <a:endParaRPr b="1" sz="1600">
                        <a:solidFill>
                          <a:srgbClr val="17175A"/>
                        </a:solidFill>
                        <a:latin typeface="Passion One"/>
                        <a:ea typeface="Passion One"/>
                        <a:cs typeface="Passion One"/>
                        <a:sym typeface="Passion One"/>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rgbClr val="F6F2CC"/>
                    </a:solidFill>
                  </a:tcPr>
                </a:tc>
                <a:tc>
                  <a:txBody>
                    <a:bodyPr/>
                    <a:lstStyle/>
                    <a:p>
                      <a:pPr indent="0" lvl="0" marL="0" rtl="0" algn="ctr">
                        <a:spcBef>
                          <a:spcPts val="0"/>
                        </a:spcBef>
                        <a:spcAft>
                          <a:spcPts val="0"/>
                        </a:spcAft>
                        <a:buNone/>
                      </a:pPr>
                      <a:r>
                        <a:rPr b="1" lang="en" sz="1600">
                          <a:solidFill>
                            <a:srgbClr val="17175A"/>
                          </a:solidFill>
                          <a:latin typeface="Passion One"/>
                          <a:ea typeface="Passion One"/>
                          <a:cs typeface="Passion One"/>
                          <a:sym typeface="Passion One"/>
                        </a:rPr>
                        <a:t>Norm. petal width</a:t>
                      </a:r>
                      <a:endParaRPr b="1" sz="1600">
                        <a:solidFill>
                          <a:srgbClr val="17175A"/>
                        </a:solidFill>
                        <a:latin typeface="Passion One"/>
                        <a:ea typeface="Passion One"/>
                        <a:cs typeface="Passion One"/>
                        <a:sym typeface="Passion One"/>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rgbClr val="F6F2CC"/>
                    </a:solidFill>
                  </a:tcPr>
                </a:tc>
              </a:tr>
              <a:tr h="359150">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0.51</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0.35</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0.14</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0.02</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r>
              <a:tr h="359150">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0.49</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0.3</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0.14</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0.02</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r>
              <a:tr h="359150">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0.47</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0.32</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0.13</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0.02</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r>
              <a:tr h="359150">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0.46</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0.31</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0.15</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0.02</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r>
              <a:tr h="359150">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0.5</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0.36</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0.14</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17175A"/>
                          </a:solidFill>
                          <a:latin typeface="Inter"/>
                          <a:ea typeface="Inter"/>
                          <a:cs typeface="Inter"/>
                          <a:sym typeface="Inter"/>
                        </a:rPr>
                        <a:t>0.02</a:t>
                      </a:r>
                      <a:endParaRPr>
                        <a:solidFill>
                          <a:srgbClr val="17175A"/>
                        </a:solidFill>
                        <a:latin typeface="Inter"/>
                        <a:ea typeface="Inter"/>
                        <a:cs typeface="Inter"/>
                        <a:sym typeface="Inter"/>
                      </a:endParaRPr>
                    </a:p>
                  </a:txBody>
                  <a:tcPr marT="91425" marB="91425" marR="91425" marL="91425" anchor="ctr">
                    <a:lnL cap="flat" cmpd="sng" w="9525">
                      <a:solidFill>
                        <a:srgbClr val="17175A"/>
                      </a:solidFill>
                      <a:prstDash val="solid"/>
                      <a:round/>
                      <a:headEnd len="sm" w="sm" type="none"/>
                      <a:tailEnd len="sm" w="sm" type="none"/>
                    </a:lnL>
                    <a:lnR cap="flat" cmpd="sng" w="9525">
                      <a:solidFill>
                        <a:srgbClr val="17175A"/>
                      </a:solidFill>
                      <a:prstDash val="solid"/>
                      <a:round/>
                      <a:headEnd len="sm" w="sm" type="none"/>
                      <a:tailEnd len="sm" w="sm" type="none"/>
                    </a:lnR>
                    <a:lnT cap="flat" cmpd="sng" w="9525">
                      <a:solidFill>
                        <a:srgbClr val="17175A"/>
                      </a:solidFill>
                      <a:prstDash val="solid"/>
                      <a:round/>
                      <a:headEnd len="sm" w="sm" type="none"/>
                      <a:tailEnd len="sm" w="sm" type="none"/>
                    </a:lnT>
                    <a:lnB cap="flat" cmpd="sng" w="9525">
                      <a:solidFill>
                        <a:srgbClr val="17175A"/>
                      </a:solidFill>
                      <a:prstDash val="solid"/>
                      <a:round/>
                      <a:headEnd len="sm" w="sm" type="none"/>
                      <a:tailEnd len="sm" w="sm" type="none"/>
                    </a:lnB>
                    <a:solidFill>
                      <a:schemeClr val="lt1"/>
                    </a:solidFill>
                  </a:tcPr>
                </a:tc>
              </a:tr>
            </a:tbl>
          </a:graphicData>
        </a:graphic>
      </p:graphicFrame>
      <p:pic>
        <p:nvPicPr>
          <p:cNvPr id="888" name="Google Shape;888;p48"/>
          <p:cNvPicPr preferRelativeResize="0"/>
          <p:nvPr/>
        </p:nvPicPr>
        <p:blipFill rotWithShape="1">
          <a:blip r:embed="rId3">
            <a:alphaModFix/>
          </a:blip>
          <a:srcRect b="14916" l="20238" r="23229" t="10800"/>
          <a:stretch/>
        </p:blipFill>
        <p:spPr>
          <a:xfrm>
            <a:off x="5795737" y="280388"/>
            <a:ext cx="1588556" cy="901975"/>
          </a:xfrm>
          <a:prstGeom prst="rect">
            <a:avLst/>
          </a:prstGeom>
          <a:noFill/>
          <a:ln cap="flat" cmpd="sng" w="9525">
            <a:solidFill>
              <a:srgbClr val="FF0000"/>
            </a:solidFill>
            <a:prstDash val="solid"/>
            <a:round/>
            <a:headEnd len="sm" w="sm" type="none"/>
            <a:tailEnd len="sm" w="sm" type="none"/>
          </a:ln>
        </p:spPr>
      </p:pic>
      <p:sp>
        <p:nvSpPr>
          <p:cNvPr id="889" name="Google Shape;889;p48"/>
          <p:cNvSpPr txBox="1"/>
          <p:nvPr>
            <p:ph idx="1" type="subTitle"/>
          </p:nvPr>
        </p:nvSpPr>
        <p:spPr>
          <a:xfrm>
            <a:off x="6138975" y="1395500"/>
            <a:ext cx="902100" cy="398700"/>
          </a:xfrm>
          <a:prstGeom prst="rect">
            <a:avLst/>
          </a:prstGeom>
          <a:ln cap="flat" cmpd="sng" w="9525">
            <a:solidFill>
              <a:schemeClr val="accent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chemeClr val="accent4"/>
                </a:solidFill>
              </a:rPr>
              <a:t>d = 1 </a:t>
            </a:r>
            <a:endParaRPr b="1" sz="1500">
              <a:solidFill>
                <a:schemeClr val="accent4"/>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p49"/>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Missing Data</a:t>
            </a:r>
            <a:endParaRPr/>
          </a:p>
        </p:txBody>
      </p:sp>
      <p:sp>
        <p:nvSpPr>
          <p:cNvPr id="895" name="Google Shape;895;p49"/>
          <p:cNvSpPr txBox="1"/>
          <p:nvPr>
            <p:ph idx="1" type="subTitle"/>
          </p:nvPr>
        </p:nvSpPr>
        <p:spPr>
          <a:xfrm>
            <a:off x="3780475" y="1317050"/>
            <a:ext cx="4794000" cy="25380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a:t>Missing values are data points that are absent for a specific variable in a dataset. They can be represented in various ways, such as blank cells, null values, or special symbols like “NA” or “unknown.”</a:t>
            </a:r>
            <a:endParaRPr/>
          </a:p>
          <a:p>
            <a:pPr indent="0" lvl="0" marL="0" rtl="0" algn="just">
              <a:spcBef>
                <a:spcPts val="0"/>
              </a:spcBef>
              <a:spcAft>
                <a:spcPts val="0"/>
              </a:spcAft>
              <a:buNone/>
            </a:pPr>
            <a:r>
              <a:t/>
            </a:r>
            <a:endParaRPr/>
          </a:p>
          <a:p>
            <a:pPr indent="0" lvl="0" marL="0" rtl="0" algn="just">
              <a:spcBef>
                <a:spcPts val="0"/>
              </a:spcBef>
              <a:spcAft>
                <a:spcPts val="0"/>
              </a:spcAft>
              <a:buNone/>
            </a:pPr>
            <a:r>
              <a:rPr lang="en"/>
              <a:t>There are three main types of missing values:</a:t>
            </a:r>
            <a:endParaRPr/>
          </a:p>
          <a:p>
            <a:pPr indent="-317500" lvl="0" marL="457200" rtl="0" algn="just">
              <a:spcBef>
                <a:spcPts val="0"/>
              </a:spcBef>
              <a:spcAft>
                <a:spcPts val="0"/>
              </a:spcAft>
              <a:buSzPts val="1400"/>
              <a:buChar char="●"/>
            </a:pPr>
            <a:r>
              <a:rPr lang="en"/>
              <a:t>Missing Completely at Random (MCAR)</a:t>
            </a:r>
            <a:endParaRPr/>
          </a:p>
          <a:p>
            <a:pPr indent="-317500" lvl="0" marL="457200" rtl="0" algn="just">
              <a:spcBef>
                <a:spcPts val="0"/>
              </a:spcBef>
              <a:spcAft>
                <a:spcPts val="0"/>
              </a:spcAft>
              <a:buSzPts val="1400"/>
              <a:buChar char="●"/>
            </a:pPr>
            <a:r>
              <a:rPr lang="en"/>
              <a:t>Missing at Random (MAR)</a:t>
            </a:r>
            <a:endParaRPr/>
          </a:p>
          <a:p>
            <a:pPr indent="-317500" lvl="0" marL="457200" rtl="0" algn="just">
              <a:spcBef>
                <a:spcPts val="0"/>
              </a:spcBef>
              <a:spcAft>
                <a:spcPts val="0"/>
              </a:spcAft>
              <a:buSzPts val="1400"/>
              <a:buChar char="●"/>
            </a:pPr>
            <a:r>
              <a:rPr lang="en"/>
              <a:t>Missing Not at Random (MNAR)</a:t>
            </a:r>
            <a:endParaRPr/>
          </a:p>
        </p:txBody>
      </p:sp>
      <p:grpSp>
        <p:nvGrpSpPr>
          <p:cNvPr id="896" name="Google Shape;896;p49"/>
          <p:cNvGrpSpPr/>
          <p:nvPr/>
        </p:nvGrpSpPr>
        <p:grpSpPr>
          <a:xfrm>
            <a:off x="720004" y="3261063"/>
            <a:ext cx="1689042" cy="1031912"/>
            <a:chOff x="3577367" y="1677509"/>
            <a:chExt cx="1393254" cy="851132"/>
          </a:xfrm>
        </p:grpSpPr>
        <p:sp>
          <p:nvSpPr>
            <p:cNvPr id="897" name="Google Shape;897;p49"/>
            <p:cNvSpPr/>
            <p:nvPr/>
          </p:nvSpPr>
          <p:spPr>
            <a:xfrm>
              <a:off x="3605409" y="1677509"/>
              <a:ext cx="1365212" cy="851132"/>
            </a:xfrm>
            <a:custGeom>
              <a:rect b="b" l="l" r="r" t="t"/>
              <a:pathLst>
                <a:path extrusionOk="0" h="1764004" w="2829455">
                  <a:moveTo>
                    <a:pt x="2699484" y="1764004"/>
                  </a:moveTo>
                  <a:lnTo>
                    <a:pt x="129972" y="1764004"/>
                  </a:lnTo>
                  <a:cubicBezTo>
                    <a:pt x="58187" y="1764004"/>
                    <a:pt x="0" y="1705817"/>
                    <a:pt x="0" y="1634032"/>
                  </a:cubicBezTo>
                  <a:lnTo>
                    <a:pt x="0" y="129972"/>
                  </a:lnTo>
                  <a:cubicBezTo>
                    <a:pt x="0" y="58187"/>
                    <a:pt x="58187" y="0"/>
                    <a:pt x="129972" y="0"/>
                  </a:cubicBezTo>
                  <a:lnTo>
                    <a:pt x="2699484" y="0"/>
                  </a:lnTo>
                  <a:cubicBezTo>
                    <a:pt x="2771268" y="0"/>
                    <a:pt x="2829456" y="58187"/>
                    <a:pt x="2829456" y="129972"/>
                  </a:cubicBezTo>
                  <a:lnTo>
                    <a:pt x="2829456" y="1634032"/>
                  </a:lnTo>
                  <a:cubicBezTo>
                    <a:pt x="2829379" y="1705817"/>
                    <a:pt x="2771192" y="1764004"/>
                    <a:pt x="2699484" y="1764004"/>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8" name="Google Shape;898;p49"/>
            <p:cNvSpPr/>
            <p:nvPr/>
          </p:nvSpPr>
          <p:spPr>
            <a:xfrm>
              <a:off x="4660956" y="2269904"/>
              <a:ext cx="172521" cy="33830"/>
            </a:xfrm>
            <a:custGeom>
              <a:rect b="b" l="l" r="r" t="t"/>
              <a:pathLst>
                <a:path extrusionOk="0" h="70113" w="357556">
                  <a:moveTo>
                    <a:pt x="0" y="0"/>
                  </a:moveTo>
                  <a:lnTo>
                    <a:pt x="357556" y="0"/>
                  </a:lnTo>
                  <a:lnTo>
                    <a:pt x="357556" y="70113"/>
                  </a:lnTo>
                  <a:lnTo>
                    <a:pt x="0" y="70113"/>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9" name="Google Shape;899;p49"/>
            <p:cNvSpPr/>
            <p:nvPr/>
          </p:nvSpPr>
          <p:spPr>
            <a:xfrm>
              <a:off x="4660956" y="2102017"/>
              <a:ext cx="172520" cy="127878"/>
            </a:xfrm>
            <a:custGeom>
              <a:rect b="b" l="l" r="r" t="t"/>
              <a:pathLst>
                <a:path extrusionOk="0" h="265033" w="357555">
                  <a:moveTo>
                    <a:pt x="294583" y="265034"/>
                  </a:moveTo>
                  <a:lnTo>
                    <a:pt x="62973" y="265034"/>
                  </a:lnTo>
                  <a:cubicBezTo>
                    <a:pt x="28182" y="265034"/>
                    <a:pt x="0" y="236851"/>
                    <a:pt x="0" y="202061"/>
                  </a:cubicBezTo>
                  <a:lnTo>
                    <a:pt x="0" y="62973"/>
                  </a:lnTo>
                  <a:cubicBezTo>
                    <a:pt x="0" y="28182"/>
                    <a:pt x="28182" y="0"/>
                    <a:pt x="62973" y="0"/>
                  </a:cubicBezTo>
                  <a:lnTo>
                    <a:pt x="294583" y="0"/>
                  </a:lnTo>
                  <a:cubicBezTo>
                    <a:pt x="329374" y="0"/>
                    <a:pt x="357556" y="28182"/>
                    <a:pt x="357556" y="62973"/>
                  </a:cubicBezTo>
                  <a:lnTo>
                    <a:pt x="357556" y="202061"/>
                  </a:lnTo>
                  <a:cubicBezTo>
                    <a:pt x="357556" y="236851"/>
                    <a:pt x="329374" y="265034"/>
                    <a:pt x="294583" y="265034"/>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0" name="Google Shape;900;p49"/>
            <p:cNvSpPr/>
            <p:nvPr/>
          </p:nvSpPr>
          <p:spPr>
            <a:xfrm>
              <a:off x="4660956" y="2337139"/>
              <a:ext cx="110506" cy="3665"/>
            </a:xfrm>
            <a:custGeom>
              <a:rect b="b" l="l" r="r" t="t"/>
              <a:pathLst>
                <a:path extrusionOk="0" h="7596" w="229027">
                  <a:moveTo>
                    <a:pt x="0" y="0"/>
                  </a:moveTo>
                  <a:lnTo>
                    <a:pt x="229027"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1" name="Google Shape;901;p49"/>
            <p:cNvSpPr/>
            <p:nvPr/>
          </p:nvSpPr>
          <p:spPr>
            <a:xfrm>
              <a:off x="4660956" y="2359661"/>
              <a:ext cx="110506" cy="3665"/>
            </a:xfrm>
            <a:custGeom>
              <a:rect b="b" l="l" r="r" t="t"/>
              <a:pathLst>
                <a:path extrusionOk="0" h="7596" w="229027">
                  <a:moveTo>
                    <a:pt x="0" y="0"/>
                  </a:moveTo>
                  <a:lnTo>
                    <a:pt x="229027"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2" name="Google Shape;902;p49"/>
            <p:cNvSpPr/>
            <p:nvPr/>
          </p:nvSpPr>
          <p:spPr>
            <a:xfrm>
              <a:off x="4660956" y="2382146"/>
              <a:ext cx="110506" cy="3665"/>
            </a:xfrm>
            <a:custGeom>
              <a:rect b="b" l="l" r="r" t="t"/>
              <a:pathLst>
                <a:path extrusionOk="0" h="7596" w="229027">
                  <a:moveTo>
                    <a:pt x="0" y="0"/>
                  </a:moveTo>
                  <a:lnTo>
                    <a:pt x="229027"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3" name="Google Shape;903;p49"/>
            <p:cNvSpPr/>
            <p:nvPr/>
          </p:nvSpPr>
          <p:spPr>
            <a:xfrm>
              <a:off x="4561547" y="1677509"/>
              <a:ext cx="3665" cy="851131"/>
            </a:xfrm>
            <a:custGeom>
              <a:rect b="b" l="l" r="r" t="t"/>
              <a:pathLst>
                <a:path extrusionOk="0" h="1764003" w="7596">
                  <a:moveTo>
                    <a:pt x="0" y="0"/>
                  </a:moveTo>
                  <a:lnTo>
                    <a:pt x="0" y="1764004"/>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4" name="Google Shape;904;p49"/>
            <p:cNvSpPr/>
            <p:nvPr/>
          </p:nvSpPr>
          <p:spPr>
            <a:xfrm>
              <a:off x="4402508" y="1677509"/>
              <a:ext cx="3665" cy="851131"/>
            </a:xfrm>
            <a:custGeom>
              <a:rect b="b" l="l" r="r" t="t"/>
              <a:pathLst>
                <a:path extrusionOk="0" h="1764003" w="7596">
                  <a:moveTo>
                    <a:pt x="0" y="0"/>
                  </a:moveTo>
                  <a:lnTo>
                    <a:pt x="0" y="1764004"/>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5" name="Google Shape;905;p49"/>
            <p:cNvSpPr/>
            <p:nvPr/>
          </p:nvSpPr>
          <p:spPr>
            <a:xfrm>
              <a:off x="4243504" y="1677509"/>
              <a:ext cx="3665" cy="851131"/>
            </a:xfrm>
            <a:custGeom>
              <a:rect b="b" l="l" r="r" t="t"/>
              <a:pathLst>
                <a:path extrusionOk="0" h="1764003" w="7596">
                  <a:moveTo>
                    <a:pt x="0" y="0"/>
                  </a:moveTo>
                  <a:lnTo>
                    <a:pt x="0" y="1764004"/>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6" name="Google Shape;906;p49"/>
            <p:cNvSpPr/>
            <p:nvPr/>
          </p:nvSpPr>
          <p:spPr>
            <a:xfrm>
              <a:off x="4084465" y="1677509"/>
              <a:ext cx="3665" cy="851131"/>
            </a:xfrm>
            <a:custGeom>
              <a:rect b="b" l="l" r="r" t="t"/>
              <a:pathLst>
                <a:path extrusionOk="0" h="1764003" w="7596">
                  <a:moveTo>
                    <a:pt x="0" y="0"/>
                  </a:moveTo>
                  <a:lnTo>
                    <a:pt x="0" y="1764004"/>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7" name="Google Shape;907;p49"/>
            <p:cNvSpPr/>
            <p:nvPr/>
          </p:nvSpPr>
          <p:spPr>
            <a:xfrm>
              <a:off x="3925425" y="1677509"/>
              <a:ext cx="3665" cy="851131"/>
            </a:xfrm>
            <a:custGeom>
              <a:rect b="b" l="l" r="r" t="t"/>
              <a:pathLst>
                <a:path extrusionOk="0" h="1764003" w="7596">
                  <a:moveTo>
                    <a:pt x="0" y="0"/>
                  </a:moveTo>
                  <a:lnTo>
                    <a:pt x="0" y="1764004"/>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8" name="Google Shape;908;p49"/>
            <p:cNvSpPr/>
            <p:nvPr/>
          </p:nvSpPr>
          <p:spPr>
            <a:xfrm>
              <a:off x="3766423" y="1677509"/>
              <a:ext cx="3665" cy="851131"/>
            </a:xfrm>
            <a:custGeom>
              <a:rect b="b" l="l" r="r" t="t"/>
              <a:pathLst>
                <a:path extrusionOk="0" h="1764003" w="7596">
                  <a:moveTo>
                    <a:pt x="0" y="0"/>
                  </a:moveTo>
                  <a:lnTo>
                    <a:pt x="0" y="1764004"/>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9" name="Google Shape;909;p49"/>
            <p:cNvSpPr/>
            <p:nvPr/>
          </p:nvSpPr>
          <p:spPr>
            <a:xfrm>
              <a:off x="3605409" y="1916202"/>
              <a:ext cx="958485" cy="400277"/>
            </a:xfrm>
            <a:custGeom>
              <a:rect b="b" l="l" r="r" t="t"/>
              <a:pathLst>
                <a:path extrusionOk="0" h="829589" w="1986498">
                  <a:moveTo>
                    <a:pt x="0" y="607196"/>
                  </a:moveTo>
                  <a:lnTo>
                    <a:pt x="299065" y="409465"/>
                  </a:lnTo>
                  <a:cubicBezTo>
                    <a:pt x="320486" y="395336"/>
                    <a:pt x="348289" y="395716"/>
                    <a:pt x="369330" y="410377"/>
                  </a:cubicBezTo>
                  <a:lnTo>
                    <a:pt x="590229" y="565112"/>
                  </a:lnTo>
                  <a:cubicBezTo>
                    <a:pt x="621754" y="587142"/>
                    <a:pt x="665508" y="575747"/>
                    <a:pt x="682220" y="541184"/>
                  </a:cubicBezTo>
                  <a:lnTo>
                    <a:pt x="926896" y="35273"/>
                  </a:lnTo>
                  <a:cubicBezTo>
                    <a:pt x="951508" y="-15622"/>
                    <a:pt x="1025647" y="-10228"/>
                    <a:pt x="1042663" y="43629"/>
                  </a:cubicBezTo>
                  <a:lnTo>
                    <a:pt x="1277084" y="785936"/>
                  </a:lnTo>
                  <a:cubicBezTo>
                    <a:pt x="1294251" y="840401"/>
                    <a:pt x="1369454" y="845111"/>
                    <a:pt x="1393306" y="793228"/>
                  </a:cubicBezTo>
                  <a:lnTo>
                    <a:pt x="1610635" y="321424"/>
                  </a:lnTo>
                  <a:cubicBezTo>
                    <a:pt x="1630765" y="277670"/>
                    <a:pt x="1690776" y="272277"/>
                    <a:pt x="1718426" y="311701"/>
                  </a:cubicBezTo>
                  <a:lnTo>
                    <a:pt x="1986499" y="693793"/>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0" name="Google Shape;910;p49"/>
            <p:cNvSpPr/>
            <p:nvPr/>
          </p:nvSpPr>
          <p:spPr>
            <a:xfrm>
              <a:off x="3972662" y="2024069"/>
              <a:ext cx="45595" cy="45595"/>
            </a:xfrm>
            <a:custGeom>
              <a:rect b="b" l="l" r="r" t="t"/>
              <a:pathLst>
                <a:path extrusionOk="0" h="94497" w="94497">
                  <a:moveTo>
                    <a:pt x="94497" y="47249"/>
                  </a:moveTo>
                  <a:cubicBezTo>
                    <a:pt x="94497" y="73344"/>
                    <a:pt x="73343" y="94498"/>
                    <a:pt x="47249" y="94498"/>
                  </a:cubicBezTo>
                  <a:cubicBezTo>
                    <a:pt x="21154" y="94498"/>
                    <a:pt x="0" y="73344"/>
                    <a:pt x="0" y="47249"/>
                  </a:cubicBezTo>
                  <a:cubicBezTo>
                    <a:pt x="0" y="21154"/>
                    <a:pt x="21154" y="0"/>
                    <a:pt x="47249" y="0"/>
                  </a:cubicBezTo>
                  <a:cubicBezTo>
                    <a:pt x="73343" y="0"/>
                    <a:pt x="94497" y="21154"/>
                    <a:pt x="94497" y="4724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1" name="Google Shape;911;p49"/>
            <p:cNvSpPr/>
            <p:nvPr/>
          </p:nvSpPr>
          <p:spPr>
            <a:xfrm>
              <a:off x="3664089" y="1827628"/>
              <a:ext cx="317443" cy="189754"/>
            </a:xfrm>
            <a:custGeom>
              <a:rect b="b" l="l" r="r" t="t"/>
              <a:pathLst>
                <a:path extrusionOk="0" h="393272" w="657912">
                  <a:moveTo>
                    <a:pt x="622286" y="386954"/>
                  </a:moveTo>
                  <a:lnTo>
                    <a:pt x="552324" y="315397"/>
                  </a:lnTo>
                  <a:lnTo>
                    <a:pt x="50059" y="315397"/>
                  </a:lnTo>
                  <a:cubicBezTo>
                    <a:pt x="22409" y="315397"/>
                    <a:pt x="0" y="292988"/>
                    <a:pt x="0" y="265337"/>
                  </a:cubicBezTo>
                  <a:lnTo>
                    <a:pt x="0" y="50059"/>
                  </a:lnTo>
                  <a:cubicBezTo>
                    <a:pt x="0" y="22409"/>
                    <a:pt x="22409" y="0"/>
                    <a:pt x="50059" y="0"/>
                  </a:cubicBezTo>
                  <a:lnTo>
                    <a:pt x="607853" y="0"/>
                  </a:lnTo>
                  <a:cubicBezTo>
                    <a:pt x="635503" y="0"/>
                    <a:pt x="657912" y="22409"/>
                    <a:pt x="657912" y="50059"/>
                  </a:cubicBezTo>
                  <a:lnTo>
                    <a:pt x="657912" y="315397"/>
                  </a:lnTo>
                  <a:lnTo>
                    <a:pt x="657912" y="372445"/>
                  </a:lnTo>
                  <a:cubicBezTo>
                    <a:pt x="657912" y="391056"/>
                    <a:pt x="635275" y="400323"/>
                    <a:pt x="622286" y="386954"/>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2" name="Google Shape;912;p49"/>
            <p:cNvSpPr/>
            <p:nvPr/>
          </p:nvSpPr>
          <p:spPr>
            <a:xfrm>
              <a:off x="3577367" y="2429163"/>
              <a:ext cx="53842" cy="3665"/>
            </a:xfrm>
            <a:custGeom>
              <a:rect b="b" l="l" r="r" t="t"/>
              <a:pathLst>
                <a:path extrusionOk="0" h="7596" w="111589">
                  <a:moveTo>
                    <a:pt x="0" y="0"/>
                  </a:moveTo>
                  <a:lnTo>
                    <a:pt x="11158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3" name="Google Shape;913;p49"/>
            <p:cNvSpPr/>
            <p:nvPr/>
          </p:nvSpPr>
          <p:spPr>
            <a:xfrm>
              <a:off x="3577367" y="2318238"/>
              <a:ext cx="53842" cy="3665"/>
            </a:xfrm>
            <a:custGeom>
              <a:rect b="b" l="l" r="r" t="t"/>
              <a:pathLst>
                <a:path extrusionOk="0" h="7596" w="111589">
                  <a:moveTo>
                    <a:pt x="0" y="0"/>
                  </a:moveTo>
                  <a:lnTo>
                    <a:pt x="11158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4" name="Google Shape;914;p49"/>
            <p:cNvSpPr/>
            <p:nvPr/>
          </p:nvSpPr>
          <p:spPr>
            <a:xfrm>
              <a:off x="3577367" y="2207348"/>
              <a:ext cx="53842" cy="3665"/>
            </a:xfrm>
            <a:custGeom>
              <a:rect b="b" l="l" r="r" t="t"/>
              <a:pathLst>
                <a:path extrusionOk="0" h="7596" w="111589">
                  <a:moveTo>
                    <a:pt x="0" y="0"/>
                  </a:moveTo>
                  <a:lnTo>
                    <a:pt x="11158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5" name="Google Shape;915;p49"/>
            <p:cNvSpPr/>
            <p:nvPr/>
          </p:nvSpPr>
          <p:spPr>
            <a:xfrm>
              <a:off x="3577367" y="2096423"/>
              <a:ext cx="53842" cy="3665"/>
            </a:xfrm>
            <a:custGeom>
              <a:rect b="b" l="l" r="r" t="t"/>
              <a:pathLst>
                <a:path extrusionOk="0" h="7596" w="111589">
                  <a:moveTo>
                    <a:pt x="0" y="0"/>
                  </a:moveTo>
                  <a:lnTo>
                    <a:pt x="11158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6" name="Google Shape;916;p49"/>
            <p:cNvSpPr/>
            <p:nvPr/>
          </p:nvSpPr>
          <p:spPr>
            <a:xfrm>
              <a:off x="3577367" y="1985534"/>
              <a:ext cx="53842" cy="3665"/>
            </a:xfrm>
            <a:custGeom>
              <a:rect b="b" l="l" r="r" t="t"/>
              <a:pathLst>
                <a:path extrusionOk="0" h="7596" w="111589">
                  <a:moveTo>
                    <a:pt x="0" y="0"/>
                  </a:moveTo>
                  <a:lnTo>
                    <a:pt x="11158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7" name="Google Shape;917;p49"/>
            <p:cNvSpPr/>
            <p:nvPr/>
          </p:nvSpPr>
          <p:spPr>
            <a:xfrm>
              <a:off x="3577367" y="1874608"/>
              <a:ext cx="53842" cy="3665"/>
            </a:xfrm>
            <a:custGeom>
              <a:rect b="b" l="l" r="r" t="t"/>
              <a:pathLst>
                <a:path extrusionOk="0" h="7596" w="111589">
                  <a:moveTo>
                    <a:pt x="0" y="0"/>
                  </a:moveTo>
                  <a:lnTo>
                    <a:pt x="11158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8" name="Google Shape;918;p49"/>
            <p:cNvSpPr/>
            <p:nvPr/>
          </p:nvSpPr>
          <p:spPr>
            <a:xfrm>
              <a:off x="3577367" y="1763720"/>
              <a:ext cx="53842" cy="3665"/>
            </a:xfrm>
            <a:custGeom>
              <a:rect b="b" l="l" r="r" t="t"/>
              <a:pathLst>
                <a:path extrusionOk="0" h="7596" w="111589">
                  <a:moveTo>
                    <a:pt x="0" y="0"/>
                  </a:moveTo>
                  <a:lnTo>
                    <a:pt x="11158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9" name="Google Shape;919;p49"/>
            <p:cNvSpPr/>
            <p:nvPr/>
          </p:nvSpPr>
          <p:spPr>
            <a:xfrm>
              <a:off x="4293447" y="2127573"/>
              <a:ext cx="83273" cy="83273"/>
            </a:xfrm>
            <a:custGeom>
              <a:rect b="b" l="l" r="r" t="t"/>
              <a:pathLst>
                <a:path extrusionOk="0" h="172587" w="172587">
                  <a:moveTo>
                    <a:pt x="172587" y="86294"/>
                  </a:moveTo>
                  <a:cubicBezTo>
                    <a:pt x="172587" y="133952"/>
                    <a:pt x="133952" y="172587"/>
                    <a:pt x="86293" y="172587"/>
                  </a:cubicBezTo>
                  <a:cubicBezTo>
                    <a:pt x="38635" y="172587"/>
                    <a:pt x="0" y="133952"/>
                    <a:pt x="0" y="86294"/>
                  </a:cubicBezTo>
                  <a:cubicBezTo>
                    <a:pt x="0" y="38635"/>
                    <a:pt x="38635" y="0"/>
                    <a:pt x="86293" y="0"/>
                  </a:cubicBezTo>
                  <a:cubicBezTo>
                    <a:pt x="133952" y="0"/>
                    <a:pt x="172587" y="38635"/>
                    <a:pt x="172587" y="86294"/>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0" name="Google Shape;920;p49"/>
            <p:cNvSpPr/>
            <p:nvPr/>
          </p:nvSpPr>
          <p:spPr>
            <a:xfrm>
              <a:off x="4561547" y="1738602"/>
              <a:ext cx="406653" cy="3665"/>
            </a:xfrm>
            <a:custGeom>
              <a:rect b="b" l="l" r="r" t="t"/>
              <a:pathLst>
                <a:path extrusionOk="0" h="7596" w="842805">
                  <a:moveTo>
                    <a:pt x="842805" y="0"/>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21" name="Google Shape;921;p49"/>
          <p:cNvGrpSpPr/>
          <p:nvPr/>
        </p:nvGrpSpPr>
        <p:grpSpPr>
          <a:xfrm>
            <a:off x="1611167" y="1574806"/>
            <a:ext cx="1518587" cy="1233056"/>
            <a:chOff x="7329141" y="362469"/>
            <a:chExt cx="1022136" cy="829949"/>
          </a:xfrm>
        </p:grpSpPr>
        <p:sp>
          <p:nvSpPr>
            <p:cNvPr id="922" name="Google Shape;922;p49"/>
            <p:cNvSpPr/>
            <p:nvPr/>
          </p:nvSpPr>
          <p:spPr>
            <a:xfrm>
              <a:off x="7329141" y="362469"/>
              <a:ext cx="1022136" cy="829949"/>
            </a:xfrm>
            <a:custGeom>
              <a:rect b="b" l="l" r="r" t="t"/>
              <a:pathLst>
                <a:path extrusionOk="0" h="1544092" w="1901648">
                  <a:moveTo>
                    <a:pt x="1770840" y="1544092"/>
                  </a:moveTo>
                  <a:lnTo>
                    <a:pt x="130807" y="1544092"/>
                  </a:lnTo>
                  <a:cubicBezTo>
                    <a:pt x="58567" y="1544092"/>
                    <a:pt x="0" y="1485525"/>
                    <a:pt x="0" y="1413285"/>
                  </a:cubicBezTo>
                  <a:lnTo>
                    <a:pt x="0" y="130808"/>
                  </a:lnTo>
                  <a:cubicBezTo>
                    <a:pt x="0" y="58567"/>
                    <a:pt x="58567" y="0"/>
                    <a:pt x="130807" y="0"/>
                  </a:cubicBezTo>
                  <a:lnTo>
                    <a:pt x="1770840" y="0"/>
                  </a:lnTo>
                  <a:cubicBezTo>
                    <a:pt x="1843081" y="0"/>
                    <a:pt x="1901648" y="58567"/>
                    <a:pt x="1901648" y="130808"/>
                  </a:cubicBezTo>
                  <a:lnTo>
                    <a:pt x="1901648" y="1413285"/>
                  </a:lnTo>
                  <a:cubicBezTo>
                    <a:pt x="1901648" y="1485449"/>
                    <a:pt x="1843081" y="1544092"/>
                    <a:pt x="1770840" y="1544092"/>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3" name="Google Shape;923;p49"/>
            <p:cNvSpPr/>
            <p:nvPr/>
          </p:nvSpPr>
          <p:spPr>
            <a:xfrm>
              <a:off x="7479397" y="507863"/>
              <a:ext cx="275724" cy="489918"/>
            </a:xfrm>
            <a:custGeom>
              <a:rect b="b" l="l" r="r" t="t"/>
              <a:pathLst>
                <a:path extrusionOk="0" h="911475" w="512975">
                  <a:moveTo>
                    <a:pt x="512976" y="0"/>
                  </a:moveTo>
                  <a:cubicBezTo>
                    <a:pt x="229635" y="0"/>
                    <a:pt x="0" y="229635"/>
                    <a:pt x="0" y="512976"/>
                  </a:cubicBezTo>
                  <a:cubicBezTo>
                    <a:pt x="0" y="673864"/>
                    <a:pt x="74064" y="817434"/>
                    <a:pt x="189983" y="911476"/>
                  </a:cubicBezTo>
                  <a:lnTo>
                    <a:pt x="512976" y="512976"/>
                  </a:lnTo>
                  <a:lnTo>
                    <a:pt x="512976"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924" name="Google Shape;924;p49"/>
            <p:cNvGrpSpPr/>
            <p:nvPr/>
          </p:nvGrpSpPr>
          <p:grpSpPr>
            <a:xfrm>
              <a:off x="7581570" y="507863"/>
              <a:ext cx="449624" cy="551756"/>
              <a:chOff x="6727477" y="1096947"/>
              <a:chExt cx="836044" cy="1025951"/>
            </a:xfrm>
          </p:grpSpPr>
          <p:sp>
            <p:nvSpPr>
              <p:cNvPr id="925" name="Google Shape;925;p49"/>
              <p:cNvSpPr/>
              <p:nvPr/>
            </p:nvSpPr>
            <p:spPr>
              <a:xfrm>
                <a:off x="7050546" y="1096947"/>
                <a:ext cx="512975" cy="1014176"/>
              </a:xfrm>
              <a:custGeom>
                <a:rect b="b" l="l" r="r" t="t"/>
                <a:pathLst>
                  <a:path extrusionOk="0" h="1014176" w="512975">
                    <a:moveTo>
                      <a:pt x="512976" y="512976"/>
                    </a:moveTo>
                    <a:cubicBezTo>
                      <a:pt x="512976" y="229635"/>
                      <a:pt x="283341" y="0"/>
                      <a:pt x="0" y="0"/>
                    </a:cubicBezTo>
                    <a:lnTo>
                      <a:pt x="0" y="512976"/>
                    </a:lnTo>
                    <a:lnTo>
                      <a:pt x="109538" y="1014177"/>
                    </a:lnTo>
                    <a:cubicBezTo>
                      <a:pt x="340161" y="963966"/>
                      <a:pt x="512976" y="758639"/>
                      <a:pt x="512976" y="512976"/>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6" name="Google Shape;926;p49"/>
              <p:cNvSpPr/>
              <p:nvPr/>
            </p:nvSpPr>
            <p:spPr>
              <a:xfrm>
                <a:off x="6727477" y="1609923"/>
                <a:ext cx="432531" cy="512975"/>
              </a:xfrm>
              <a:custGeom>
                <a:rect b="b" l="l" r="r" t="t"/>
                <a:pathLst>
                  <a:path extrusionOk="0" h="512975" w="432531">
                    <a:moveTo>
                      <a:pt x="0" y="398500"/>
                    </a:moveTo>
                    <a:cubicBezTo>
                      <a:pt x="88192" y="470057"/>
                      <a:pt x="200617" y="512976"/>
                      <a:pt x="322993" y="512976"/>
                    </a:cubicBezTo>
                    <a:cubicBezTo>
                      <a:pt x="360594" y="512976"/>
                      <a:pt x="397208" y="508874"/>
                      <a:pt x="432531" y="501201"/>
                    </a:cubicBezTo>
                    <a:lnTo>
                      <a:pt x="322993" y="0"/>
                    </a:lnTo>
                    <a:lnTo>
                      <a:pt x="0" y="39850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927" name="Google Shape;927;p49"/>
            <p:cNvSpPr/>
            <p:nvPr/>
          </p:nvSpPr>
          <p:spPr>
            <a:xfrm>
              <a:off x="7755275" y="507863"/>
              <a:ext cx="222278" cy="438881"/>
            </a:xfrm>
            <a:custGeom>
              <a:rect b="b" l="l" r="r" t="t"/>
              <a:pathLst>
                <a:path extrusionOk="0" h="816522" w="413540">
                  <a:moveTo>
                    <a:pt x="0" y="0"/>
                  </a:moveTo>
                  <a:lnTo>
                    <a:pt x="0" y="512976"/>
                  </a:lnTo>
                  <a:lnTo>
                    <a:pt x="413541" y="816522"/>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8" name="Google Shape;928;p49"/>
            <p:cNvSpPr/>
            <p:nvPr/>
          </p:nvSpPr>
          <p:spPr>
            <a:xfrm>
              <a:off x="7918481" y="577354"/>
              <a:ext cx="207620" cy="40707"/>
            </a:xfrm>
            <a:custGeom>
              <a:rect b="b" l="l" r="r" t="t"/>
              <a:pathLst>
                <a:path extrusionOk="0" h="75734" w="386269">
                  <a:moveTo>
                    <a:pt x="0" y="0"/>
                  </a:moveTo>
                  <a:lnTo>
                    <a:pt x="386270" y="0"/>
                  </a:lnTo>
                  <a:lnTo>
                    <a:pt x="386270" y="75735"/>
                  </a:lnTo>
                  <a:lnTo>
                    <a:pt x="0" y="75735"/>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9" name="Google Shape;929;p49"/>
            <p:cNvSpPr/>
            <p:nvPr/>
          </p:nvSpPr>
          <p:spPr>
            <a:xfrm>
              <a:off x="7986379" y="855683"/>
              <a:ext cx="207620" cy="40707"/>
            </a:xfrm>
            <a:custGeom>
              <a:rect b="b" l="l" r="r" t="t"/>
              <a:pathLst>
                <a:path extrusionOk="0" h="75734" w="386269">
                  <a:moveTo>
                    <a:pt x="0" y="0"/>
                  </a:moveTo>
                  <a:lnTo>
                    <a:pt x="386270" y="0"/>
                  </a:lnTo>
                  <a:lnTo>
                    <a:pt x="386270" y="75735"/>
                  </a:lnTo>
                  <a:lnTo>
                    <a:pt x="0" y="75735"/>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0" name="Google Shape;930;p49"/>
            <p:cNvSpPr/>
            <p:nvPr/>
          </p:nvSpPr>
          <p:spPr>
            <a:xfrm>
              <a:off x="8078706" y="664248"/>
              <a:ext cx="132983" cy="4083"/>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1" name="Google Shape;931;p49"/>
            <p:cNvSpPr/>
            <p:nvPr/>
          </p:nvSpPr>
          <p:spPr>
            <a:xfrm>
              <a:off x="8078706" y="691415"/>
              <a:ext cx="132983" cy="4083"/>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2" name="Google Shape;932;p49"/>
            <p:cNvSpPr/>
            <p:nvPr/>
          </p:nvSpPr>
          <p:spPr>
            <a:xfrm>
              <a:off x="8078706" y="718541"/>
              <a:ext cx="132983" cy="4083"/>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3" name="Google Shape;933;p49"/>
            <p:cNvSpPr/>
            <p:nvPr/>
          </p:nvSpPr>
          <p:spPr>
            <a:xfrm>
              <a:off x="8078706" y="946989"/>
              <a:ext cx="132983" cy="4083"/>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4" name="Google Shape;934;p49"/>
            <p:cNvSpPr/>
            <p:nvPr/>
          </p:nvSpPr>
          <p:spPr>
            <a:xfrm>
              <a:off x="8078706" y="974156"/>
              <a:ext cx="132983" cy="4083"/>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5" name="Google Shape;935;p49"/>
            <p:cNvSpPr/>
            <p:nvPr/>
          </p:nvSpPr>
          <p:spPr>
            <a:xfrm>
              <a:off x="8078706" y="1001323"/>
              <a:ext cx="132983" cy="4083"/>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p5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Missing Completely at Random (MCAR)</a:t>
            </a:r>
            <a:endParaRPr/>
          </a:p>
        </p:txBody>
      </p:sp>
      <p:sp>
        <p:nvSpPr>
          <p:cNvPr id="941" name="Google Shape;941;p50"/>
          <p:cNvSpPr txBox="1"/>
          <p:nvPr>
            <p:ph idx="4294967295" type="body"/>
          </p:nvPr>
        </p:nvSpPr>
        <p:spPr>
          <a:xfrm>
            <a:off x="726450" y="1052050"/>
            <a:ext cx="7704000" cy="355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happens if all the variables and observations have the same probability of being missing.</a:t>
            </a:r>
            <a:endParaRPr/>
          </a:p>
          <a:p>
            <a:pPr indent="0" lvl="0" marL="0" rtl="0" algn="l">
              <a:spcBef>
                <a:spcPts val="0"/>
              </a:spcBef>
              <a:spcAft>
                <a:spcPts val="0"/>
              </a:spcAft>
              <a:buNone/>
            </a:pPr>
            <a:r>
              <a:t/>
            </a:r>
            <a:endParaRPr/>
          </a:p>
          <a:p>
            <a:pPr indent="0" lvl="0" marL="0" rtl="0" algn="l">
              <a:spcBef>
                <a:spcPts val="0"/>
              </a:spcBef>
              <a:spcAft>
                <a:spcPts val="0"/>
              </a:spcAft>
              <a:buNone/>
            </a:pPr>
            <a:r>
              <a:rPr b="1" i="1" lang="en"/>
              <a:t>Example: </a:t>
            </a:r>
            <a:br>
              <a:rPr lang="en"/>
            </a:br>
            <a:r>
              <a:rPr lang="en"/>
              <a:t>A student’s height is missing in a school survey because the teacher accidentally dropped their form into a puddle.</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Handling Missing Values Methods:</a:t>
            </a:r>
            <a:endParaRPr b="1"/>
          </a:p>
          <a:p>
            <a:pPr indent="-317500" lvl="0" marL="457200" rtl="0" algn="l">
              <a:spcBef>
                <a:spcPts val="0"/>
              </a:spcBef>
              <a:spcAft>
                <a:spcPts val="0"/>
              </a:spcAft>
              <a:buSzPts val="1400"/>
              <a:buChar char="●"/>
            </a:pPr>
            <a:r>
              <a:rPr lang="en"/>
              <a:t>Listwise Deletion</a:t>
            </a:r>
            <a:endParaRPr/>
          </a:p>
          <a:p>
            <a:pPr indent="-317500" lvl="0" marL="457200" rtl="0" algn="l">
              <a:spcBef>
                <a:spcPts val="0"/>
              </a:spcBef>
              <a:spcAft>
                <a:spcPts val="0"/>
              </a:spcAft>
              <a:buSzPts val="1400"/>
              <a:buChar char="●"/>
            </a:pPr>
            <a:r>
              <a:rPr lang="en"/>
              <a:t>Mean Imputation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 name="Shape 945"/>
        <p:cNvGrpSpPr/>
        <p:nvPr/>
      </p:nvGrpSpPr>
      <p:grpSpPr>
        <a:xfrm>
          <a:off x="0" y="0"/>
          <a:ext cx="0" cy="0"/>
          <a:chOff x="0" y="0"/>
          <a:chExt cx="0" cy="0"/>
        </a:xfrm>
      </p:grpSpPr>
      <p:sp>
        <p:nvSpPr>
          <p:cNvPr id="946" name="Google Shape;946;p5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Missing at Random (MAR)</a:t>
            </a:r>
            <a:endParaRPr/>
          </a:p>
        </p:txBody>
      </p:sp>
      <p:sp>
        <p:nvSpPr>
          <p:cNvPr id="947" name="Google Shape;947;p51"/>
          <p:cNvSpPr txBox="1"/>
          <p:nvPr>
            <p:ph idx="4294967295" type="body"/>
          </p:nvPr>
        </p:nvSpPr>
        <p:spPr>
          <a:xfrm>
            <a:off x="726450" y="1052050"/>
            <a:ext cx="7704000" cy="320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t>
            </a:r>
            <a:r>
              <a:rPr lang="en"/>
              <a:t>he probability of the value being missing is related to the value of the variable or other variables in the dataset. This means that not all the observations and variables have the same chance of being missing.</a:t>
            </a:r>
            <a:endParaRPr/>
          </a:p>
          <a:p>
            <a:pPr indent="0" lvl="0" marL="0" rtl="0" algn="l">
              <a:spcBef>
                <a:spcPts val="0"/>
              </a:spcBef>
              <a:spcAft>
                <a:spcPts val="0"/>
              </a:spcAft>
              <a:buNone/>
            </a:pPr>
            <a:r>
              <a:t/>
            </a:r>
            <a:endParaRPr/>
          </a:p>
          <a:p>
            <a:pPr indent="0" lvl="0" marL="0" rtl="0" algn="l">
              <a:spcBef>
                <a:spcPts val="0"/>
              </a:spcBef>
              <a:spcAft>
                <a:spcPts val="0"/>
              </a:spcAft>
              <a:buNone/>
            </a:pPr>
            <a:r>
              <a:rPr b="1" i="1" lang="en"/>
              <a:t>Example:</a:t>
            </a:r>
            <a:endParaRPr b="1" i="1"/>
          </a:p>
          <a:p>
            <a:pPr indent="0" lvl="0" marL="0" rtl="0" algn="l">
              <a:spcBef>
                <a:spcPts val="0"/>
              </a:spcBef>
              <a:spcAft>
                <a:spcPts val="0"/>
              </a:spcAft>
              <a:buNone/>
            </a:pPr>
            <a:r>
              <a:rPr lang="en"/>
              <a:t>In a survey, women are less likely to report their income, but the missingness depends only on their gender (observed), not on the actual income (unobserved).</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Handling Missing Values Methods:</a:t>
            </a:r>
            <a:endParaRPr b="1"/>
          </a:p>
          <a:p>
            <a:pPr indent="-317500" lvl="0" marL="457200" rtl="0" algn="l">
              <a:spcBef>
                <a:spcPts val="0"/>
              </a:spcBef>
              <a:spcAft>
                <a:spcPts val="0"/>
              </a:spcAft>
              <a:buSzPts val="1400"/>
              <a:buChar char="●"/>
            </a:pPr>
            <a:r>
              <a:rPr lang="en"/>
              <a:t>Multiple Imputation</a:t>
            </a:r>
            <a:endParaRPr/>
          </a:p>
          <a:p>
            <a:pPr indent="-317500" lvl="0" marL="457200" rtl="0" algn="l">
              <a:spcBef>
                <a:spcPts val="0"/>
              </a:spcBef>
              <a:spcAft>
                <a:spcPts val="0"/>
              </a:spcAft>
              <a:buSzPts val="1400"/>
              <a:buChar char="●"/>
            </a:pPr>
            <a:r>
              <a:rPr lang="en"/>
              <a:t>Maximum likelihood Estimation</a:t>
            </a:r>
            <a:endParaRPr/>
          </a:p>
          <a:p>
            <a:pPr indent="0" lvl="0" marL="0" rtl="0" algn="l">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5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Missing Not at Random (MNAR)</a:t>
            </a:r>
            <a:endParaRPr/>
          </a:p>
        </p:txBody>
      </p:sp>
      <p:sp>
        <p:nvSpPr>
          <p:cNvPr id="953" name="Google Shape;953;p52"/>
          <p:cNvSpPr txBox="1"/>
          <p:nvPr>
            <p:ph idx="4294967295" type="body"/>
          </p:nvPr>
        </p:nvSpPr>
        <p:spPr>
          <a:xfrm>
            <a:off x="726450" y="1052050"/>
            <a:ext cx="7704000" cy="348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It is applied when neither MAR nor MCAR apply. In this situation, the probability of being missing is completely different for different values of the same variable, and these reasons can be unknown to us.</a:t>
            </a:r>
            <a:endParaRPr/>
          </a:p>
          <a:p>
            <a:pPr indent="0" lvl="0" marL="0" rtl="0" algn="l">
              <a:spcBef>
                <a:spcPts val="0"/>
              </a:spcBef>
              <a:spcAft>
                <a:spcPts val="0"/>
              </a:spcAft>
              <a:buNone/>
            </a:pPr>
            <a:r>
              <a:t/>
            </a:r>
            <a:endParaRPr/>
          </a:p>
          <a:p>
            <a:pPr indent="0" lvl="0" marL="0" rtl="0" algn="l">
              <a:spcBef>
                <a:spcPts val="0"/>
              </a:spcBef>
              <a:spcAft>
                <a:spcPts val="0"/>
              </a:spcAft>
              <a:buNone/>
            </a:pPr>
            <a:r>
              <a:rPr b="1" i="1" lang="en"/>
              <a:t>Example:</a:t>
            </a:r>
            <a:endParaRPr b="1" i="1"/>
          </a:p>
          <a:p>
            <a:pPr indent="0" lvl="0" marL="0" rtl="0" algn="l">
              <a:spcBef>
                <a:spcPts val="0"/>
              </a:spcBef>
              <a:spcAft>
                <a:spcPts val="0"/>
              </a:spcAft>
              <a:buNone/>
            </a:pPr>
            <a:r>
              <a:rPr lang="en"/>
              <a:t>In a health survey, individuals with poor mental health are less likely to report their mental health status. The missingness is directly related to the unobserved mental health condition.</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Handling Missing Values Methods:</a:t>
            </a:r>
            <a:endParaRPr b="1"/>
          </a:p>
          <a:p>
            <a:pPr indent="-317500" lvl="0" marL="457200" rtl="0" algn="l">
              <a:spcBef>
                <a:spcPts val="0"/>
              </a:spcBef>
              <a:spcAft>
                <a:spcPts val="0"/>
              </a:spcAft>
              <a:buSzPts val="1400"/>
              <a:buChar char="●"/>
            </a:pPr>
            <a:r>
              <a:rPr lang="en"/>
              <a:t>As the main reason for </a:t>
            </a:r>
            <a:r>
              <a:rPr lang="en"/>
              <a:t>missingness</a:t>
            </a:r>
            <a:r>
              <a:rPr lang="en"/>
              <a:t> of data are not captured, the traditional imputation methods may not be suitable and specialized techniques that consider the reasons for missingness are required.</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7" name="Shape 957"/>
        <p:cNvGrpSpPr/>
        <p:nvPr/>
      </p:nvGrpSpPr>
      <p:grpSpPr>
        <a:xfrm>
          <a:off x="0" y="0"/>
          <a:ext cx="0" cy="0"/>
          <a:chOff x="0" y="0"/>
          <a:chExt cx="0" cy="0"/>
        </a:xfrm>
      </p:grpSpPr>
      <p:sp>
        <p:nvSpPr>
          <p:cNvPr id="958" name="Google Shape;958;p53"/>
          <p:cNvSpPr txBox="1"/>
          <p:nvPr>
            <p:ph idx="1" type="subTitle"/>
          </p:nvPr>
        </p:nvSpPr>
        <p:spPr>
          <a:xfrm>
            <a:off x="720075" y="1077500"/>
            <a:ext cx="7754400" cy="14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For each of the following examples:</a:t>
            </a:r>
            <a:endParaRPr sz="1500"/>
          </a:p>
          <a:p>
            <a:pPr indent="-323850" lvl="0" marL="914400" rtl="0" algn="l">
              <a:spcBef>
                <a:spcPts val="0"/>
              </a:spcBef>
              <a:spcAft>
                <a:spcPts val="0"/>
              </a:spcAft>
              <a:buSzPts val="1500"/>
              <a:buAutoNum type="arabicPeriod"/>
            </a:pPr>
            <a:r>
              <a:rPr lang="en" sz="1500"/>
              <a:t>Identify the type of missing data (MCAR, MAR, or MNAR).</a:t>
            </a:r>
            <a:endParaRPr sz="1500"/>
          </a:p>
          <a:p>
            <a:pPr indent="-323850" lvl="0" marL="914400" rtl="0" algn="l">
              <a:spcBef>
                <a:spcPts val="0"/>
              </a:spcBef>
              <a:spcAft>
                <a:spcPts val="0"/>
              </a:spcAft>
              <a:buSzPts val="1500"/>
              <a:buAutoNum type="arabicPeriod"/>
            </a:pPr>
            <a:r>
              <a:rPr lang="en" sz="1500"/>
              <a:t>Propose an appropriate approach to handle the missing data manually.</a:t>
            </a:r>
            <a:endParaRPr sz="1500"/>
          </a:p>
          <a:p>
            <a:pPr indent="-323850" lvl="0" marL="914400" rtl="0" algn="l">
              <a:spcBef>
                <a:spcPts val="0"/>
              </a:spcBef>
              <a:spcAft>
                <a:spcPts val="0"/>
              </a:spcAft>
              <a:buSzPts val="1500"/>
              <a:buAutoNum type="arabicPeriod"/>
            </a:pPr>
            <a:r>
              <a:rPr lang="en" sz="1500"/>
              <a:t>Implement the same approach using Python.</a:t>
            </a:r>
            <a:endParaRPr sz="1500"/>
          </a:p>
          <a:p>
            <a:pPr indent="0" lvl="0" marL="0" rtl="0" algn="l">
              <a:spcBef>
                <a:spcPts val="0"/>
              </a:spcBef>
              <a:spcAft>
                <a:spcPts val="0"/>
              </a:spcAft>
              <a:buNone/>
            </a:pPr>
            <a:r>
              <a:t/>
            </a:r>
            <a:endParaRPr/>
          </a:p>
        </p:txBody>
      </p:sp>
      <p:sp>
        <p:nvSpPr>
          <p:cNvPr id="959" name="Google Shape;959;p5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 3</a:t>
            </a:r>
            <a:endParaRPr/>
          </a:p>
        </p:txBody>
      </p:sp>
      <p:grpSp>
        <p:nvGrpSpPr>
          <p:cNvPr id="960" name="Google Shape;960;p53"/>
          <p:cNvGrpSpPr/>
          <p:nvPr/>
        </p:nvGrpSpPr>
        <p:grpSpPr>
          <a:xfrm>
            <a:off x="350755" y="4018677"/>
            <a:ext cx="902056" cy="901976"/>
            <a:chOff x="4246593" y="503852"/>
            <a:chExt cx="902056" cy="901976"/>
          </a:xfrm>
        </p:grpSpPr>
        <p:grpSp>
          <p:nvGrpSpPr>
            <p:cNvPr id="961" name="Google Shape;961;p53"/>
            <p:cNvGrpSpPr/>
            <p:nvPr/>
          </p:nvGrpSpPr>
          <p:grpSpPr>
            <a:xfrm>
              <a:off x="4246593" y="503900"/>
              <a:ext cx="901831" cy="901928"/>
              <a:chOff x="5998919" y="3270921"/>
              <a:chExt cx="1426046" cy="1426198"/>
            </a:xfrm>
          </p:grpSpPr>
          <p:sp>
            <p:nvSpPr>
              <p:cNvPr id="962" name="Google Shape;962;p53"/>
              <p:cNvSpPr/>
              <p:nvPr/>
            </p:nvSpPr>
            <p:spPr>
              <a:xfrm>
                <a:off x="5998919" y="3270921"/>
                <a:ext cx="713137" cy="713137"/>
              </a:xfrm>
              <a:custGeom>
                <a:rect b="b" l="l" r="r" t="t"/>
                <a:pathLst>
                  <a:path extrusionOk="0" h="713137" w="713137">
                    <a:moveTo>
                      <a:pt x="713137" y="521407"/>
                    </a:moveTo>
                    <a:lnTo>
                      <a:pt x="713137" y="0"/>
                    </a:lnTo>
                    <a:cubicBezTo>
                      <a:pt x="319271" y="0"/>
                      <a:pt x="0" y="319271"/>
                      <a:pt x="0" y="713137"/>
                    </a:cubicBezTo>
                    <a:lnTo>
                      <a:pt x="521408" y="713137"/>
                    </a:lnTo>
                    <a:cubicBezTo>
                      <a:pt x="521408" y="607245"/>
                      <a:pt x="607245" y="521407"/>
                      <a:pt x="713137" y="52140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3" name="Google Shape;963;p53"/>
              <p:cNvSpPr/>
              <p:nvPr/>
            </p:nvSpPr>
            <p:spPr>
              <a:xfrm>
                <a:off x="5998919" y="3983982"/>
                <a:ext cx="1426046" cy="713137"/>
              </a:xfrm>
              <a:custGeom>
                <a:rect b="b" l="l" r="r" t="t"/>
                <a:pathLst>
                  <a:path extrusionOk="0" h="713137" w="1426046">
                    <a:moveTo>
                      <a:pt x="904715" y="5165"/>
                    </a:moveTo>
                    <a:cubicBezTo>
                      <a:pt x="901981" y="108702"/>
                      <a:pt x="817282" y="191730"/>
                      <a:pt x="713137" y="191730"/>
                    </a:cubicBezTo>
                    <a:cubicBezTo>
                      <a:pt x="607245" y="191730"/>
                      <a:pt x="521408" y="105892"/>
                      <a:pt x="521408" y="0"/>
                    </a:cubicBezTo>
                    <a:lnTo>
                      <a:pt x="0" y="0"/>
                    </a:lnTo>
                    <a:cubicBezTo>
                      <a:pt x="0" y="393866"/>
                      <a:pt x="319271" y="713137"/>
                      <a:pt x="713137" y="713137"/>
                    </a:cubicBezTo>
                    <a:cubicBezTo>
                      <a:pt x="1100623" y="713137"/>
                      <a:pt x="1415867" y="404121"/>
                      <a:pt x="1426047" y="19067"/>
                    </a:cubicBezTo>
                    <a:lnTo>
                      <a:pt x="904715" y="51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964" name="Google Shape;964;p53"/>
            <p:cNvSpPr/>
            <p:nvPr/>
          </p:nvSpPr>
          <p:spPr>
            <a:xfrm>
              <a:off x="4783305" y="636091"/>
              <a:ext cx="365344" cy="330991"/>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5" name="Google Shape;965;p53"/>
            <p:cNvSpPr/>
            <p:nvPr/>
          </p:nvSpPr>
          <p:spPr>
            <a:xfrm>
              <a:off x="4810784" y="788761"/>
              <a:ext cx="309659" cy="122566"/>
            </a:xfrm>
            <a:custGeom>
              <a:rect b="b" l="l" r="r" t="t"/>
              <a:pathLst>
                <a:path extrusionOk="0" h="193780" w="489579">
                  <a:moveTo>
                    <a:pt x="0" y="193781"/>
                  </a:moveTo>
                  <a:lnTo>
                    <a:pt x="48957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966" name="Google Shape;966;p53"/>
            <p:cNvGrpSpPr/>
            <p:nvPr/>
          </p:nvGrpSpPr>
          <p:grpSpPr>
            <a:xfrm>
              <a:off x="4246593" y="503852"/>
              <a:ext cx="901928" cy="901976"/>
              <a:chOff x="5998919" y="3270845"/>
              <a:chExt cx="1426198" cy="1426274"/>
            </a:xfrm>
          </p:grpSpPr>
          <p:sp>
            <p:nvSpPr>
              <p:cNvPr id="967" name="Google Shape;967;p53"/>
              <p:cNvSpPr/>
              <p:nvPr/>
            </p:nvSpPr>
            <p:spPr>
              <a:xfrm>
                <a:off x="6712056" y="3270845"/>
                <a:ext cx="504239" cy="577619"/>
              </a:xfrm>
              <a:custGeom>
                <a:rect b="b" l="l" r="r" t="t"/>
                <a:pathLst>
                  <a:path extrusionOk="0" h="577619" w="504239">
                    <a:moveTo>
                      <a:pt x="135518" y="577620"/>
                    </a:moveTo>
                    <a:lnTo>
                      <a:pt x="504240" y="208897"/>
                    </a:lnTo>
                    <a:cubicBezTo>
                      <a:pt x="375179" y="79837"/>
                      <a:pt x="196895" y="0"/>
                      <a:pt x="0" y="0"/>
                    </a:cubicBezTo>
                    <a:lnTo>
                      <a:pt x="0" y="521408"/>
                    </a:lnTo>
                    <a:cubicBezTo>
                      <a:pt x="52946" y="521483"/>
                      <a:pt x="100879" y="542905"/>
                      <a:pt x="135518" y="57762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8" name="Google Shape;968;p53"/>
              <p:cNvSpPr/>
              <p:nvPr/>
            </p:nvSpPr>
            <p:spPr>
              <a:xfrm>
                <a:off x="6847498" y="3479895"/>
                <a:ext cx="577619" cy="523306"/>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9" name="Google Shape;969;p53"/>
              <p:cNvSpPr/>
              <p:nvPr/>
            </p:nvSpPr>
            <p:spPr>
              <a:xfrm>
                <a:off x="5998919" y="3270845"/>
                <a:ext cx="1426046" cy="1426274"/>
              </a:xfrm>
              <a:custGeom>
                <a:rect b="b" l="l" r="r" t="t"/>
                <a:pathLst>
                  <a:path extrusionOk="0" h="1426274" w="1426046">
                    <a:moveTo>
                      <a:pt x="904715" y="718303"/>
                    </a:moveTo>
                    <a:cubicBezTo>
                      <a:pt x="901981" y="821840"/>
                      <a:pt x="817282" y="904867"/>
                      <a:pt x="713137" y="904867"/>
                    </a:cubicBezTo>
                    <a:cubicBezTo>
                      <a:pt x="607245" y="904867"/>
                      <a:pt x="521408" y="819029"/>
                      <a:pt x="521408" y="713137"/>
                    </a:cubicBezTo>
                    <a:cubicBezTo>
                      <a:pt x="521408" y="607245"/>
                      <a:pt x="607245" y="521408"/>
                      <a:pt x="713137" y="521408"/>
                    </a:cubicBezTo>
                    <a:lnTo>
                      <a:pt x="713137" y="0"/>
                    </a:lnTo>
                    <a:cubicBezTo>
                      <a:pt x="319271" y="0"/>
                      <a:pt x="0" y="319271"/>
                      <a:pt x="0" y="713137"/>
                    </a:cubicBezTo>
                    <a:cubicBezTo>
                      <a:pt x="0" y="1107003"/>
                      <a:pt x="319271" y="1426274"/>
                      <a:pt x="713137" y="1426274"/>
                    </a:cubicBezTo>
                    <a:cubicBezTo>
                      <a:pt x="1100623" y="1426274"/>
                      <a:pt x="1415867" y="1117258"/>
                      <a:pt x="1426047" y="732204"/>
                    </a:cubicBezTo>
                    <a:lnTo>
                      <a:pt x="904715" y="718303"/>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 name="Shape 973"/>
        <p:cNvGrpSpPr/>
        <p:nvPr/>
      </p:nvGrpSpPr>
      <p:grpSpPr>
        <a:xfrm>
          <a:off x="0" y="0"/>
          <a:ext cx="0" cy="0"/>
          <a:chOff x="0" y="0"/>
          <a:chExt cx="0" cy="0"/>
        </a:xfrm>
      </p:grpSpPr>
      <p:sp>
        <p:nvSpPr>
          <p:cNvPr id="974" name="Google Shape;974;p54"/>
          <p:cNvSpPr txBox="1"/>
          <p:nvPr>
            <p:ph idx="1" type="subTitle"/>
          </p:nvPr>
        </p:nvSpPr>
        <p:spPr>
          <a:xfrm>
            <a:off x="694800" y="1077500"/>
            <a:ext cx="7754400" cy="42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t>Example 1: Survey Dataset (Missing Income Data)</a:t>
            </a:r>
            <a:endParaRPr b="1"/>
          </a:p>
        </p:txBody>
      </p:sp>
      <p:sp>
        <p:nvSpPr>
          <p:cNvPr id="975" name="Google Shape;975;p5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 3</a:t>
            </a:r>
            <a:endParaRPr/>
          </a:p>
        </p:txBody>
      </p:sp>
      <p:grpSp>
        <p:nvGrpSpPr>
          <p:cNvPr id="976" name="Google Shape;976;p54"/>
          <p:cNvGrpSpPr/>
          <p:nvPr/>
        </p:nvGrpSpPr>
        <p:grpSpPr>
          <a:xfrm>
            <a:off x="350755" y="4018677"/>
            <a:ext cx="902056" cy="901976"/>
            <a:chOff x="4246593" y="503852"/>
            <a:chExt cx="902056" cy="901976"/>
          </a:xfrm>
        </p:grpSpPr>
        <p:grpSp>
          <p:nvGrpSpPr>
            <p:cNvPr id="977" name="Google Shape;977;p54"/>
            <p:cNvGrpSpPr/>
            <p:nvPr/>
          </p:nvGrpSpPr>
          <p:grpSpPr>
            <a:xfrm>
              <a:off x="4246593" y="503900"/>
              <a:ext cx="901831" cy="901928"/>
              <a:chOff x="5998919" y="3270921"/>
              <a:chExt cx="1426046" cy="1426198"/>
            </a:xfrm>
          </p:grpSpPr>
          <p:sp>
            <p:nvSpPr>
              <p:cNvPr id="978" name="Google Shape;978;p54"/>
              <p:cNvSpPr/>
              <p:nvPr/>
            </p:nvSpPr>
            <p:spPr>
              <a:xfrm>
                <a:off x="5998919" y="3270921"/>
                <a:ext cx="713137" cy="713137"/>
              </a:xfrm>
              <a:custGeom>
                <a:rect b="b" l="l" r="r" t="t"/>
                <a:pathLst>
                  <a:path extrusionOk="0" h="713137" w="713137">
                    <a:moveTo>
                      <a:pt x="713137" y="521407"/>
                    </a:moveTo>
                    <a:lnTo>
                      <a:pt x="713137" y="0"/>
                    </a:lnTo>
                    <a:cubicBezTo>
                      <a:pt x="319271" y="0"/>
                      <a:pt x="0" y="319271"/>
                      <a:pt x="0" y="713137"/>
                    </a:cubicBezTo>
                    <a:lnTo>
                      <a:pt x="521408" y="713137"/>
                    </a:lnTo>
                    <a:cubicBezTo>
                      <a:pt x="521408" y="607245"/>
                      <a:pt x="607245" y="521407"/>
                      <a:pt x="713137" y="52140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9" name="Google Shape;979;p54"/>
              <p:cNvSpPr/>
              <p:nvPr/>
            </p:nvSpPr>
            <p:spPr>
              <a:xfrm>
                <a:off x="5998919" y="3983982"/>
                <a:ext cx="1426046" cy="713137"/>
              </a:xfrm>
              <a:custGeom>
                <a:rect b="b" l="l" r="r" t="t"/>
                <a:pathLst>
                  <a:path extrusionOk="0" h="713137" w="1426046">
                    <a:moveTo>
                      <a:pt x="904715" y="5165"/>
                    </a:moveTo>
                    <a:cubicBezTo>
                      <a:pt x="901981" y="108702"/>
                      <a:pt x="817282" y="191730"/>
                      <a:pt x="713137" y="191730"/>
                    </a:cubicBezTo>
                    <a:cubicBezTo>
                      <a:pt x="607245" y="191730"/>
                      <a:pt x="521408" y="105892"/>
                      <a:pt x="521408" y="0"/>
                    </a:cubicBezTo>
                    <a:lnTo>
                      <a:pt x="0" y="0"/>
                    </a:lnTo>
                    <a:cubicBezTo>
                      <a:pt x="0" y="393866"/>
                      <a:pt x="319271" y="713137"/>
                      <a:pt x="713137" y="713137"/>
                    </a:cubicBezTo>
                    <a:cubicBezTo>
                      <a:pt x="1100623" y="713137"/>
                      <a:pt x="1415867" y="404121"/>
                      <a:pt x="1426047" y="19067"/>
                    </a:cubicBezTo>
                    <a:lnTo>
                      <a:pt x="904715" y="51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980" name="Google Shape;980;p54"/>
            <p:cNvSpPr/>
            <p:nvPr/>
          </p:nvSpPr>
          <p:spPr>
            <a:xfrm>
              <a:off x="4783305" y="636091"/>
              <a:ext cx="365344" cy="330991"/>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1" name="Google Shape;981;p54"/>
            <p:cNvSpPr/>
            <p:nvPr/>
          </p:nvSpPr>
          <p:spPr>
            <a:xfrm>
              <a:off x="4810784" y="788761"/>
              <a:ext cx="309659" cy="122566"/>
            </a:xfrm>
            <a:custGeom>
              <a:rect b="b" l="l" r="r" t="t"/>
              <a:pathLst>
                <a:path extrusionOk="0" h="193780" w="489579">
                  <a:moveTo>
                    <a:pt x="0" y="193781"/>
                  </a:moveTo>
                  <a:lnTo>
                    <a:pt x="48957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982" name="Google Shape;982;p54"/>
            <p:cNvGrpSpPr/>
            <p:nvPr/>
          </p:nvGrpSpPr>
          <p:grpSpPr>
            <a:xfrm>
              <a:off x="4246593" y="503852"/>
              <a:ext cx="901928" cy="901976"/>
              <a:chOff x="5998919" y="3270845"/>
              <a:chExt cx="1426198" cy="1426274"/>
            </a:xfrm>
          </p:grpSpPr>
          <p:sp>
            <p:nvSpPr>
              <p:cNvPr id="983" name="Google Shape;983;p54"/>
              <p:cNvSpPr/>
              <p:nvPr/>
            </p:nvSpPr>
            <p:spPr>
              <a:xfrm>
                <a:off x="6712056" y="3270845"/>
                <a:ext cx="504239" cy="577619"/>
              </a:xfrm>
              <a:custGeom>
                <a:rect b="b" l="l" r="r" t="t"/>
                <a:pathLst>
                  <a:path extrusionOk="0" h="577619" w="504239">
                    <a:moveTo>
                      <a:pt x="135518" y="577620"/>
                    </a:moveTo>
                    <a:lnTo>
                      <a:pt x="504240" y="208897"/>
                    </a:lnTo>
                    <a:cubicBezTo>
                      <a:pt x="375179" y="79837"/>
                      <a:pt x="196895" y="0"/>
                      <a:pt x="0" y="0"/>
                    </a:cubicBezTo>
                    <a:lnTo>
                      <a:pt x="0" y="521408"/>
                    </a:lnTo>
                    <a:cubicBezTo>
                      <a:pt x="52946" y="521483"/>
                      <a:pt x="100879" y="542905"/>
                      <a:pt x="135518" y="57762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4" name="Google Shape;984;p54"/>
              <p:cNvSpPr/>
              <p:nvPr/>
            </p:nvSpPr>
            <p:spPr>
              <a:xfrm>
                <a:off x="6847498" y="3479895"/>
                <a:ext cx="577619" cy="523306"/>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5" name="Google Shape;985;p54"/>
              <p:cNvSpPr/>
              <p:nvPr/>
            </p:nvSpPr>
            <p:spPr>
              <a:xfrm>
                <a:off x="5998919" y="3270845"/>
                <a:ext cx="1426046" cy="1426274"/>
              </a:xfrm>
              <a:custGeom>
                <a:rect b="b" l="l" r="r" t="t"/>
                <a:pathLst>
                  <a:path extrusionOk="0" h="1426274" w="1426046">
                    <a:moveTo>
                      <a:pt x="904715" y="718303"/>
                    </a:moveTo>
                    <a:cubicBezTo>
                      <a:pt x="901981" y="821840"/>
                      <a:pt x="817282" y="904867"/>
                      <a:pt x="713137" y="904867"/>
                    </a:cubicBezTo>
                    <a:cubicBezTo>
                      <a:pt x="607245" y="904867"/>
                      <a:pt x="521408" y="819029"/>
                      <a:pt x="521408" y="713137"/>
                    </a:cubicBezTo>
                    <a:cubicBezTo>
                      <a:pt x="521408" y="607245"/>
                      <a:pt x="607245" y="521408"/>
                      <a:pt x="713137" y="521408"/>
                    </a:cubicBezTo>
                    <a:lnTo>
                      <a:pt x="713137" y="0"/>
                    </a:lnTo>
                    <a:cubicBezTo>
                      <a:pt x="319271" y="0"/>
                      <a:pt x="0" y="319271"/>
                      <a:pt x="0" y="713137"/>
                    </a:cubicBezTo>
                    <a:cubicBezTo>
                      <a:pt x="0" y="1107003"/>
                      <a:pt x="319271" y="1426274"/>
                      <a:pt x="713137" y="1426274"/>
                    </a:cubicBezTo>
                    <a:cubicBezTo>
                      <a:pt x="1100623" y="1426274"/>
                      <a:pt x="1415867" y="1117258"/>
                      <a:pt x="1426047" y="732204"/>
                    </a:cubicBezTo>
                    <a:lnTo>
                      <a:pt x="904715" y="718303"/>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pic>
        <p:nvPicPr>
          <p:cNvPr id="986" name="Google Shape;986;p54"/>
          <p:cNvPicPr preferRelativeResize="0"/>
          <p:nvPr/>
        </p:nvPicPr>
        <p:blipFill>
          <a:blip r:embed="rId3">
            <a:alphaModFix/>
          </a:blip>
          <a:stretch>
            <a:fillRect/>
          </a:stretch>
        </p:blipFill>
        <p:spPr>
          <a:xfrm>
            <a:off x="2475900" y="1799350"/>
            <a:ext cx="4164842" cy="28046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sp>
        <p:nvSpPr>
          <p:cNvPr id="991" name="Google Shape;991;p55"/>
          <p:cNvSpPr txBox="1"/>
          <p:nvPr>
            <p:ph idx="1" type="subTitle"/>
          </p:nvPr>
        </p:nvSpPr>
        <p:spPr>
          <a:xfrm>
            <a:off x="694800" y="1077500"/>
            <a:ext cx="7754400" cy="42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t>Example 1: Survey Dataset (Missing Income Data)</a:t>
            </a:r>
            <a:endParaRPr b="1"/>
          </a:p>
        </p:txBody>
      </p:sp>
      <p:sp>
        <p:nvSpPr>
          <p:cNvPr id="992" name="Google Shape;992;p5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 3</a:t>
            </a:r>
            <a:endParaRPr/>
          </a:p>
        </p:txBody>
      </p:sp>
      <p:grpSp>
        <p:nvGrpSpPr>
          <p:cNvPr id="993" name="Google Shape;993;p55"/>
          <p:cNvGrpSpPr/>
          <p:nvPr/>
        </p:nvGrpSpPr>
        <p:grpSpPr>
          <a:xfrm>
            <a:off x="350755" y="4018677"/>
            <a:ext cx="902056" cy="901976"/>
            <a:chOff x="4246593" y="503852"/>
            <a:chExt cx="902056" cy="901976"/>
          </a:xfrm>
        </p:grpSpPr>
        <p:grpSp>
          <p:nvGrpSpPr>
            <p:cNvPr id="994" name="Google Shape;994;p55"/>
            <p:cNvGrpSpPr/>
            <p:nvPr/>
          </p:nvGrpSpPr>
          <p:grpSpPr>
            <a:xfrm>
              <a:off x="4246593" y="503900"/>
              <a:ext cx="901831" cy="901928"/>
              <a:chOff x="5998919" y="3270921"/>
              <a:chExt cx="1426046" cy="1426198"/>
            </a:xfrm>
          </p:grpSpPr>
          <p:sp>
            <p:nvSpPr>
              <p:cNvPr id="995" name="Google Shape;995;p55"/>
              <p:cNvSpPr/>
              <p:nvPr/>
            </p:nvSpPr>
            <p:spPr>
              <a:xfrm>
                <a:off x="5998919" y="3270921"/>
                <a:ext cx="713137" cy="713137"/>
              </a:xfrm>
              <a:custGeom>
                <a:rect b="b" l="l" r="r" t="t"/>
                <a:pathLst>
                  <a:path extrusionOk="0" h="713137" w="713137">
                    <a:moveTo>
                      <a:pt x="713137" y="521407"/>
                    </a:moveTo>
                    <a:lnTo>
                      <a:pt x="713137" y="0"/>
                    </a:lnTo>
                    <a:cubicBezTo>
                      <a:pt x="319271" y="0"/>
                      <a:pt x="0" y="319271"/>
                      <a:pt x="0" y="713137"/>
                    </a:cubicBezTo>
                    <a:lnTo>
                      <a:pt x="521408" y="713137"/>
                    </a:lnTo>
                    <a:cubicBezTo>
                      <a:pt x="521408" y="607245"/>
                      <a:pt x="607245" y="521407"/>
                      <a:pt x="713137" y="52140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6" name="Google Shape;996;p55"/>
              <p:cNvSpPr/>
              <p:nvPr/>
            </p:nvSpPr>
            <p:spPr>
              <a:xfrm>
                <a:off x="5998919" y="3983982"/>
                <a:ext cx="1426046" cy="713137"/>
              </a:xfrm>
              <a:custGeom>
                <a:rect b="b" l="l" r="r" t="t"/>
                <a:pathLst>
                  <a:path extrusionOk="0" h="713137" w="1426046">
                    <a:moveTo>
                      <a:pt x="904715" y="5165"/>
                    </a:moveTo>
                    <a:cubicBezTo>
                      <a:pt x="901981" y="108702"/>
                      <a:pt x="817282" y="191730"/>
                      <a:pt x="713137" y="191730"/>
                    </a:cubicBezTo>
                    <a:cubicBezTo>
                      <a:pt x="607245" y="191730"/>
                      <a:pt x="521408" y="105892"/>
                      <a:pt x="521408" y="0"/>
                    </a:cubicBezTo>
                    <a:lnTo>
                      <a:pt x="0" y="0"/>
                    </a:lnTo>
                    <a:cubicBezTo>
                      <a:pt x="0" y="393866"/>
                      <a:pt x="319271" y="713137"/>
                      <a:pt x="713137" y="713137"/>
                    </a:cubicBezTo>
                    <a:cubicBezTo>
                      <a:pt x="1100623" y="713137"/>
                      <a:pt x="1415867" y="404121"/>
                      <a:pt x="1426047" y="19067"/>
                    </a:cubicBezTo>
                    <a:lnTo>
                      <a:pt x="904715" y="51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997" name="Google Shape;997;p55"/>
            <p:cNvSpPr/>
            <p:nvPr/>
          </p:nvSpPr>
          <p:spPr>
            <a:xfrm>
              <a:off x="4783305" y="636091"/>
              <a:ext cx="365344" cy="330991"/>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8" name="Google Shape;998;p55"/>
            <p:cNvSpPr/>
            <p:nvPr/>
          </p:nvSpPr>
          <p:spPr>
            <a:xfrm>
              <a:off x="4810784" y="788761"/>
              <a:ext cx="309659" cy="122566"/>
            </a:xfrm>
            <a:custGeom>
              <a:rect b="b" l="l" r="r" t="t"/>
              <a:pathLst>
                <a:path extrusionOk="0" h="193780" w="489579">
                  <a:moveTo>
                    <a:pt x="0" y="193781"/>
                  </a:moveTo>
                  <a:lnTo>
                    <a:pt x="48957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999" name="Google Shape;999;p55"/>
            <p:cNvGrpSpPr/>
            <p:nvPr/>
          </p:nvGrpSpPr>
          <p:grpSpPr>
            <a:xfrm>
              <a:off x="4246593" y="503852"/>
              <a:ext cx="901928" cy="901976"/>
              <a:chOff x="5998919" y="3270845"/>
              <a:chExt cx="1426198" cy="1426274"/>
            </a:xfrm>
          </p:grpSpPr>
          <p:sp>
            <p:nvSpPr>
              <p:cNvPr id="1000" name="Google Shape;1000;p55"/>
              <p:cNvSpPr/>
              <p:nvPr/>
            </p:nvSpPr>
            <p:spPr>
              <a:xfrm>
                <a:off x="6712056" y="3270845"/>
                <a:ext cx="504239" cy="577619"/>
              </a:xfrm>
              <a:custGeom>
                <a:rect b="b" l="l" r="r" t="t"/>
                <a:pathLst>
                  <a:path extrusionOk="0" h="577619" w="504239">
                    <a:moveTo>
                      <a:pt x="135518" y="577620"/>
                    </a:moveTo>
                    <a:lnTo>
                      <a:pt x="504240" y="208897"/>
                    </a:lnTo>
                    <a:cubicBezTo>
                      <a:pt x="375179" y="79837"/>
                      <a:pt x="196895" y="0"/>
                      <a:pt x="0" y="0"/>
                    </a:cubicBezTo>
                    <a:lnTo>
                      <a:pt x="0" y="521408"/>
                    </a:lnTo>
                    <a:cubicBezTo>
                      <a:pt x="52946" y="521483"/>
                      <a:pt x="100879" y="542905"/>
                      <a:pt x="135518" y="57762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1" name="Google Shape;1001;p55"/>
              <p:cNvSpPr/>
              <p:nvPr/>
            </p:nvSpPr>
            <p:spPr>
              <a:xfrm>
                <a:off x="6847498" y="3479895"/>
                <a:ext cx="577619" cy="523306"/>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2" name="Google Shape;1002;p55"/>
              <p:cNvSpPr/>
              <p:nvPr/>
            </p:nvSpPr>
            <p:spPr>
              <a:xfrm>
                <a:off x="5998919" y="3270845"/>
                <a:ext cx="1426046" cy="1426274"/>
              </a:xfrm>
              <a:custGeom>
                <a:rect b="b" l="l" r="r" t="t"/>
                <a:pathLst>
                  <a:path extrusionOk="0" h="1426274" w="1426046">
                    <a:moveTo>
                      <a:pt x="904715" y="718303"/>
                    </a:moveTo>
                    <a:cubicBezTo>
                      <a:pt x="901981" y="821840"/>
                      <a:pt x="817282" y="904867"/>
                      <a:pt x="713137" y="904867"/>
                    </a:cubicBezTo>
                    <a:cubicBezTo>
                      <a:pt x="607245" y="904867"/>
                      <a:pt x="521408" y="819029"/>
                      <a:pt x="521408" y="713137"/>
                    </a:cubicBezTo>
                    <a:cubicBezTo>
                      <a:pt x="521408" y="607245"/>
                      <a:pt x="607245" y="521408"/>
                      <a:pt x="713137" y="521408"/>
                    </a:cubicBezTo>
                    <a:lnTo>
                      <a:pt x="713137" y="0"/>
                    </a:lnTo>
                    <a:cubicBezTo>
                      <a:pt x="319271" y="0"/>
                      <a:pt x="0" y="319271"/>
                      <a:pt x="0" y="713137"/>
                    </a:cubicBezTo>
                    <a:cubicBezTo>
                      <a:pt x="0" y="1107003"/>
                      <a:pt x="319271" y="1426274"/>
                      <a:pt x="713137" y="1426274"/>
                    </a:cubicBezTo>
                    <a:cubicBezTo>
                      <a:pt x="1100623" y="1426274"/>
                      <a:pt x="1415867" y="1117258"/>
                      <a:pt x="1426047" y="732204"/>
                    </a:cubicBezTo>
                    <a:lnTo>
                      <a:pt x="904715" y="718303"/>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pic>
        <p:nvPicPr>
          <p:cNvPr id="1003" name="Google Shape;1003;p55"/>
          <p:cNvPicPr preferRelativeResize="0"/>
          <p:nvPr/>
        </p:nvPicPr>
        <p:blipFill>
          <a:blip r:embed="rId3">
            <a:alphaModFix/>
          </a:blip>
          <a:stretch>
            <a:fillRect/>
          </a:stretch>
        </p:blipFill>
        <p:spPr>
          <a:xfrm>
            <a:off x="720000" y="1728750"/>
            <a:ext cx="3400493" cy="2289925"/>
          </a:xfrm>
          <a:prstGeom prst="rect">
            <a:avLst/>
          </a:prstGeom>
          <a:noFill/>
          <a:ln>
            <a:noFill/>
          </a:ln>
        </p:spPr>
      </p:pic>
      <p:sp>
        <p:nvSpPr>
          <p:cNvPr id="1004" name="Google Shape;1004;p55"/>
          <p:cNvSpPr txBox="1"/>
          <p:nvPr>
            <p:ph idx="1" type="subTitle"/>
          </p:nvPr>
        </p:nvSpPr>
        <p:spPr>
          <a:xfrm>
            <a:off x="4782450" y="2136475"/>
            <a:ext cx="4074600" cy="1821000"/>
          </a:xfrm>
          <a:prstGeom prst="rect">
            <a:avLst/>
          </a:prstGeom>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AutoNum type="arabicPeriod"/>
            </a:pPr>
            <a:r>
              <a:rPr lang="en"/>
              <a:t>Missing values in the "Income" column are more common for respondents with higher education levels </a:t>
            </a:r>
            <a:r>
              <a:rPr b="1" lang="en"/>
              <a:t>(MAR - Missing at Random).</a:t>
            </a:r>
            <a:endParaRPr b="1"/>
          </a:p>
          <a:p>
            <a:pPr indent="0" lvl="0" marL="0" rtl="0" algn="l">
              <a:spcBef>
                <a:spcPts val="0"/>
              </a:spcBef>
              <a:spcAft>
                <a:spcPts val="0"/>
              </a:spcAft>
              <a:buNone/>
            </a:pPr>
            <a:r>
              <a:t/>
            </a:r>
            <a:endParaRPr b="1"/>
          </a:p>
          <a:p>
            <a:pPr indent="0" lvl="0" marL="0" rtl="0" algn="l">
              <a:spcBef>
                <a:spcPts val="0"/>
              </a:spcBef>
              <a:spcAft>
                <a:spcPts val="0"/>
              </a:spcAft>
              <a:buNone/>
            </a:pPr>
            <a:r>
              <a:rPr b="1" lang="en"/>
              <a:t>Reason: </a:t>
            </a:r>
            <a:r>
              <a:rPr lang="en"/>
              <a:t>Missingness is related to the observed data (higher education levels).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8" name="Shape 1008"/>
        <p:cNvGrpSpPr/>
        <p:nvPr/>
      </p:nvGrpSpPr>
      <p:grpSpPr>
        <a:xfrm>
          <a:off x="0" y="0"/>
          <a:ext cx="0" cy="0"/>
          <a:chOff x="0" y="0"/>
          <a:chExt cx="0" cy="0"/>
        </a:xfrm>
      </p:grpSpPr>
      <p:sp>
        <p:nvSpPr>
          <p:cNvPr id="1009" name="Google Shape;1009;p56"/>
          <p:cNvSpPr txBox="1"/>
          <p:nvPr>
            <p:ph idx="1" type="subTitle"/>
          </p:nvPr>
        </p:nvSpPr>
        <p:spPr>
          <a:xfrm>
            <a:off x="694800" y="1077500"/>
            <a:ext cx="7754400" cy="42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t>Example 1: Survey Dataset (Missing Income Data)</a:t>
            </a:r>
            <a:endParaRPr b="1"/>
          </a:p>
        </p:txBody>
      </p:sp>
      <p:sp>
        <p:nvSpPr>
          <p:cNvPr id="1010" name="Google Shape;1010;p5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 3</a:t>
            </a:r>
            <a:endParaRPr/>
          </a:p>
        </p:txBody>
      </p:sp>
      <p:grpSp>
        <p:nvGrpSpPr>
          <p:cNvPr id="1011" name="Google Shape;1011;p56"/>
          <p:cNvGrpSpPr/>
          <p:nvPr/>
        </p:nvGrpSpPr>
        <p:grpSpPr>
          <a:xfrm>
            <a:off x="350755" y="4018677"/>
            <a:ext cx="902056" cy="901976"/>
            <a:chOff x="4246593" y="503852"/>
            <a:chExt cx="902056" cy="901976"/>
          </a:xfrm>
        </p:grpSpPr>
        <p:grpSp>
          <p:nvGrpSpPr>
            <p:cNvPr id="1012" name="Google Shape;1012;p56"/>
            <p:cNvGrpSpPr/>
            <p:nvPr/>
          </p:nvGrpSpPr>
          <p:grpSpPr>
            <a:xfrm>
              <a:off x="4246593" y="503900"/>
              <a:ext cx="901831" cy="901928"/>
              <a:chOff x="5998919" y="3270921"/>
              <a:chExt cx="1426046" cy="1426198"/>
            </a:xfrm>
          </p:grpSpPr>
          <p:sp>
            <p:nvSpPr>
              <p:cNvPr id="1013" name="Google Shape;1013;p56"/>
              <p:cNvSpPr/>
              <p:nvPr/>
            </p:nvSpPr>
            <p:spPr>
              <a:xfrm>
                <a:off x="5998919" y="3270921"/>
                <a:ext cx="713137" cy="713137"/>
              </a:xfrm>
              <a:custGeom>
                <a:rect b="b" l="l" r="r" t="t"/>
                <a:pathLst>
                  <a:path extrusionOk="0" h="713137" w="713137">
                    <a:moveTo>
                      <a:pt x="713137" y="521407"/>
                    </a:moveTo>
                    <a:lnTo>
                      <a:pt x="713137" y="0"/>
                    </a:lnTo>
                    <a:cubicBezTo>
                      <a:pt x="319271" y="0"/>
                      <a:pt x="0" y="319271"/>
                      <a:pt x="0" y="713137"/>
                    </a:cubicBezTo>
                    <a:lnTo>
                      <a:pt x="521408" y="713137"/>
                    </a:lnTo>
                    <a:cubicBezTo>
                      <a:pt x="521408" y="607245"/>
                      <a:pt x="607245" y="521407"/>
                      <a:pt x="713137" y="52140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4" name="Google Shape;1014;p56"/>
              <p:cNvSpPr/>
              <p:nvPr/>
            </p:nvSpPr>
            <p:spPr>
              <a:xfrm>
                <a:off x="5998919" y="3983982"/>
                <a:ext cx="1426046" cy="713137"/>
              </a:xfrm>
              <a:custGeom>
                <a:rect b="b" l="l" r="r" t="t"/>
                <a:pathLst>
                  <a:path extrusionOk="0" h="713137" w="1426046">
                    <a:moveTo>
                      <a:pt x="904715" y="5165"/>
                    </a:moveTo>
                    <a:cubicBezTo>
                      <a:pt x="901981" y="108702"/>
                      <a:pt x="817282" y="191730"/>
                      <a:pt x="713137" y="191730"/>
                    </a:cubicBezTo>
                    <a:cubicBezTo>
                      <a:pt x="607245" y="191730"/>
                      <a:pt x="521408" y="105892"/>
                      <a:pt x="521408" y="0"/>
                    </a:cubicBezTo>
                    <a:lnTo>
                      <a:pt x="0" y="0"/>
                    </a:lnTo>
                    <a:cubicBezTo>
                      <a:pt x="0" y="393866"/>
                      <a:pt x="319271" y="713137"/>
                      <a:pt x="713137" y="713137"/>
                    </a:cubicBezTo>
                    <a:cubicBezTo>
                      <a:pt x="1100623" y="713137"/>
                      <a:pt x="1415867" y="404121"/>
                      <a:pt x="1426047" y="19067"/>
                    </a:cubicBezTo>
                    <a:lnTo>
                      <a:pt x="904715" y="51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015" name="Google Shape;1015;p56"/>
            <p:cNvSpPr/>
            <p:nvPr/>
          </p:nvSpPr>
          <p:spPr>
            <a:xfrm>
              <a:off x="4783305" y="636091"/>
              <a:ext cx="365344" cy="330991"/>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6" name="Google Shape;1016;p56"/>
            <p:cNvSpPr/>
            <p:nvPr/>
          </p:nvSpPr>
          <p:spPr>
            <a:xfrm>
              <a:off x="4810784" y="788761"/>
              <a:ext cx="309659" cy="122566"/>
            </a:xfrm>
            <a:custGeom>
              <a:rect b="b" l="l" r="r" t="t"/>
              <a:pathLst>
                <a:path extrusionOk="0" h="193780" w="489579">
                  <a:moveTo>
                    <a:pt x="0" y="193781"/>
                  </a:moveTo>
                  <a:lnTo>
                    <a:pt x="48957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017" name="Google Shape;1017;p56"/>
            <p:cNvGrpSpPr/>
            <p:nvPr/>
          </p:nvGrpSpPr>
          <p:grpSpPr>
            <a:xfrm>
              <a:off x="4246593" y="503852"/>
              <a:ext cx="901928" cy="901976"/>
              <a:chOff x="5998919" y="3270845"/>
              <a:chExt cx="1426198" cy="1426274"/>
            </a:xfrm>
          </p:grpSpPr>
          <p:sp>
            <p:nvSpPr>
              <p:cNvPr id="1018" name="Google Shape;1018;p56"/>
              <p:cNvSpPr/>
              <p:nvPr/>
            </p:nvSpPr>
            <p:spPr>
              <a:xfrm>
                <a:off x="6712056" y="3270845"/>
                <a:ext cx="504239" cy="577619"/>
              </a:xfrm>
              <a:custGeom>
                <a:rect b="b" l="l" r="r" t="t"/>
                <a:pathLst>
                  <a:path extrusionOk="0" h="577619" w="504239">
                    <a:moveTo>
                      <a:pt x="135518" y="577620"/>
                    </a:moveTo>
                    <a:lnTo>
                      <a:pt x="504240" y="208897"/>
                    </a:lnTo>
                    <a:cubicBezTo>
                      <a:pt x="375179" y="79837"/>
                      <a:pt x="196895" y="0"/>
                      <a:pt x="0" y="0"/>
                    </a:cubicBezTo>
                    <a:lnTo>
                      <a:pt x="0" y="521408"/>
                    </a:lnTo>
                    <a:cubicBezTo>
                      <a:pt x="52946" y="521483"/>
                      <a:pt x="100879" y="542905"/>
                      <a:pt x="135518" y="57762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9" name="Google Shape;1019;p56"/>
              <p:cNvSpPr/>
              <p:nvPr/>
            </p:nvSpPr>
            <p:spPr>
              <a:xfrm>
                <a:off x="6847498" y="3479895"/>
                <a:ext cx="577619" cy="523306"/>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0" name="Google Shape;1020;p56"/>
              <p:cNvSpPr/>
              <p:nvPr/>
            </p:nvSpPr>
            <p:spPr>
              <a:xfrm>
                <a:off x="5998919" y="3270845"/>
                <a:ext cx="1426046" cy="1426274"/>
              </a:xfrm>
              <a:custGeom>
                <a:rect b="b" l="l" r="r" t="t"/>
                <a:pathLst>
                  <a:path extrusionOk="0" h="1426274" w="1426046">
                    <a:moveTo>
                      <a:pt x="904715" y="718303"/>
                    </a:moveTo>
                    <a:cubicBezTo>
                      <a:pt x="901981" y="821840"/>
                      <a:pt x="817282" y="904867"/>
                      <a:pt x="713137" y="904867"/>
                    </a:cubicBezTo>
                    <a:cubicBezTo>
                      <a:pt x="607245" y="904867"/>
                      <a:pt x="521408" y="819029"/>
                      <a:pt x="521408" y="713137"/>
                    </a:cubicBezTo>
                    <a:cubicBezTo>
                      <a:pt x="521408" y="607245"/>
                      <a:pt x="607245" y="521408"/>
                      <a:pt x="713137" y="521408"/>
                    </a:cubicBezTo>
                    <a:lnTo>
                      <a:pt x="713137" y="0"/>
                    </a:lnTo>
                    <a:cubicBezTo>
                      <a:pt x="319271" y="0"/>
                      <a:pt x="0" y="319271"/>
                      <a:pt x="0" y="713137"/>
                    </a:cubicBezTo>
                    <a:cubicBezTo>
                      <a:pt x="0" y="1107003"/>
                      <a:pt x="319271" y="1426274"/>
                      <a:pt x="713137" y="1426274"/>
                    </a:cubicBezTo>
                    <a:cubicBezTo>
                      <a:pt x="1100623" y="1426274"/>
                      <a:pt x="1415867" y="1117258"/>
                      <a:pt x="1426047" y="732204"/>
                    </a:cubicBezTo>
                    <a:lnTo>
                      <a:pt x="904715" y="718303"/>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pic>
        <p:nvPicPr>
          <p:cNvPr id="1021" name="Google Shape;1021;p56"/>
          <p:cNvPicPr preferRelativeResize="0"/>
          <p:nvPr/>
        </p:nvPicPr>
        <p:blipFill>
          <a:blip r:embed="rId3">
            <a:alphaModFix/>
          </a:blip>
          <a:stretch>
            <a:fillRect/>
          </a:stretch>
        </p:blipFill>
        <p:spPr>
          <a:xfrm>
            <a:off x="720000" y="1728750"/>
            <a:ext cx="3400493" cy="2289925"/>
          </a:xfrm>
          <a:prstGeom prst="rect">
            <a:avLst/>
          </a:prstGeom>
          <a:noFill/>
          <a:ln>
            <a:noFill/>
          </a:ln>
        </p:spPr>
      </p:pic>
      <p:sp>
        <p:nvSpPr>
          <p:cNvPr id="1022" name="Google Shape;1022;p56"/>
          <p:cNvSpPr txBox="1"/>
          <p:nvPr>
            <p:ph idx="1" type="subTitle"/>
          </p:nvPr>
        </p:nvSpPr>
        <p:spPr>
          <a:xfrm>
            <a:off x="4429450" y="1576350"/>
            <a:ext cx="4427700" cy="3287700"/>
          </a:xfrm>
          <a:prstGeom prst="rect">
            <a:avLst/>
          </a:prstGeom>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AutoNum type="arabicPeriod" startAt="2"/>
            </a:pPr>
            <a:r>
              <a:rPr lang="en"/>
              <a:t>Handle missing values using </a:t>
            </a:r>
            <a:r>
              <a:rPr b="1" lang="en"/>
              <a:t>conditional mean imputation</a:t>
            </a:r>
            <a:r>
              <a:rPr lang="en"/>
              <a:t>: Replace missing "Income" values with the mean income of respondents with the same education level.</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n"/>
              <a:t>Mean income for Bachelor's = </a:t>
            </a:r>
            <a:endParaRPr/>
          </a:p>
          <a:p>
            <a:pPr indent="0" lvl="0" marL="457200" rtl="0" algn="l">
              <a:spcBef>
                <a:spcPts val="0"/>
              </a:spcBef>
              <a:spcAft>
                <a:spcPts val="0"/>
              </a:spcAft>
              <a:buNone/>
            </a:pPr>
            <a:r>
              <a:rPr lang="en"/>
              <a:t>    </a:t>
            </a:r>
            <a:r>
              <a:rPr lang="en">
                <a:highlight>
                  <a:schemeClr val="dk2"/>
                </a:highlight>
              </a:rPr>
              <a:t>50,000/1 = 50,000</a:t>
            </a:r>
            <a:endParaRPr>
              <a:highlight>
                <a:schemeClr val="dk2"/>
              </a:highlight>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Mean income for Master's: No data available, so use the overall mean income.</a:t>
            </a:r>
            <a:endParaRPr/>
          </a:p>
          <a:p>
            <a:pPr indent="0" lvl="0" marL="457200" rtl="0" algn="l">
              <a:spcBef>
                <a:spcPts val="0"/>
              </a:spcBef>
              <a:spcAft>
                <a:spcPts val="0"/>
              </a:spcAft>
              <a:buNone/>
            </a:pPr>
            <a:r>
              <a:rPr lang="en">
                <a:highlight>
                  <a:schemeClr val="dk2"/>
                </a:highlight>
              </a:rPr>
              <a:t>(45,000+32,000+50,000+50,000)/4 = 44,250</a:t>
            </a:r>
            <a:endParaRPr>
              <a:highlight>
                <a:schemeClr val="dk2"/>
              </a:highligh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p57"/>
          <p:cNvSpPr txBox="1"/>
          <p:nvPr>
            <p:ph idx="1" type="subTitle"/>
          </p:nvPr>
        </p:nvSpPr>
        <p:spPr>
          <a:xfrm>
            <a:off x="694800" y="1077500"/>
            <a:ext cx="7754400" cy="42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t>Example 2: Medical Dataset (Missing Blood Pressure Data)</a:t>
            </a:r>
            <a:endParaRPr b="1"/>
          </a:p>
        </p:txBody>
      </p:sp>
      <p:sp>
        <p:nvSpPr>
          <p:cNvPr id="1028" name="Google Shape;1028;p5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 3</a:t>
            </a:r>
            <a:endParaRPr/>
          </a:p>
        </p:txBody>
      </p:sp>
      <p:grpSp>
        <p:nvGrpSpPr>
          <p:cNvPr id="1029" name="Google Shape;1029;p57"/>
          <p:cNvGrpSpPr/>
          <p:nvPr/>
        </p:nvGrpSpPr>
        <p:grpSpPr>
          <a:xfrm>
            <a:off x="350755" y="4018677"/>
            <a:ext cx="902056" cy="901976"/>
            <a:chOff x="4246593" y="503852"/>
            <a:chExt cx="902056" cy="901976"/>
          </a:xfrm>
        </p:grpSpPr>
        <p:grpSp>
          <p:nvGrpSpPr>
            <p:cNvPr id="1030" name="Google Shape;1030;p57"/>
            <p:cNvGrpSpPr/>
            <p:nvPr/>
          </p:nvGrpSpPr>
          <p:grpSpPr>
            <a:xfrm>
              <a:off x="4246593" y="503900"/>
              <a:ext cx="901831" cy="901928"/>
              <a:chOff x="5998919" y="3270921"/>
              <a:chExt cx="1426046" cy="1426198"/>
            </a:xfrm>
          </p:grpSpPr>
          <p:sp>
            <p:nvSpPr>
              <p:cNvPr id="1031" name="Google Shape;1031;p57"/>
              <p:cNvSpPr/>
              <p:nvPr/>
            </p:nvSpPr>
            <p:spPr>
              <a:xfrm>
                <a:off x="5998919" y="3270921"/>
                <a:ext cx="713137" cy="713137"/>
              </a:xfrm>
              <a:custGeom>
                <a:rect b="b" l="l" r="r" t="t"/>
                <a:pathLst>
                  <a:path extrusionOk="0" h="713137" w="713137">
                    <a:moveTo>
                      <a:pt x="713137" y="521407"/>
                    </a:moveTo>
                    <a:lnTo>
                      <a:pt x="713137" y="0"/>
                    </a:lnTo>
                    <a:cubicBezTo>
                      <a:pt x="319271" y="0"/>
                      <a:pt x="0" y="319271"/>
                      <a:pt x="0" y="713137"/>
                    </a:cubicBezTo>
                    <a:lnTo>
                      <a:pt x="521408" y="713137"/>
                    </a:lnTo>
                    <a:cubicBezTo>
                      <a:pt x="521408" y="607245"/>
                      <a:pt x="607245" y="521407"/>
                      <a:pt x="713137" y="52140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2" name="Google Shape;1032;p57"/>
              <p:cNvSpPr/>
              <p:nvPr/>
            </p:nvSpPr>
            <p:spPr>
              <a:xfrm>
                <a:off x="5998919" y="3983982"/>
                <a:ext cx="1426046" cy="713137"/>
              </a:xfrm>
              <a:custGeom>
                <a:rect b="b" l="l" r="r" t="t"/>
                <a:pathLst>
                  <a:path extrusionOk="0" h="713137" w="1426046">
                    <a:moveTo>
                      <a:pt x="904715" y="5165"/>
                    </a:moveTo>
                    <a:cubicBezTo>
                      <a:pt x="901981" y="108702"/>
                      <a:pt x="817282" y="191730"/>
                      <a:pt x="713137" y="191730"/>
                    </a:cubicBezTo>
                    <a:cubicBezTo>
                      <a:pt x="607245" y="191730"/>
                      <a:pt x="521408" y="105892"/>
                      <a:pt x="521408" y="0"/>
                    </a:cubicBezTo>
                    <a:lnTo>
                      <a:pt x="0" y="0"/>
                    </a:lnTo>
                    <a:cubicBezTo>
                      <a:pt x="0" y="393866"/>
                      <a:pt x="319271" y="713137"/>
                      <a:pt x="713137" y="713137"/>
                    </a:cubicBezTo>
                    <a:cubicBezTo>
                      <a:pt x="1100623" y="713137"/>
                      <a:pt x="1415867" y="404121"/>
                      <a:pt x="1426047" y="19067"/>
                    </a:cubicBezTo>
                    <a:lnTo>
                      <a:pt x="904715" y="51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033" name="Google Shape;1033;p57"/>
            <p:cNvSpPr/>
            <p:nvPr/>
          </p:nvSpPr>
          <p:spPr>
            <a:xfrm>
              <a:off x="4783305" y="636091"/>
              <a:ext cx="365344" cy="330991"/>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4" name="Google Shape;1034;p57"/>
            <p:cNvSpPr/>
            <p:nvPr/>
          </p:nvSpPr>
          <p:spPr>
            <a:xfrm>
              <a:off x="4810784" y="788761"/>
              <a:ext cx="309659" cy="122566"/>
            </a:xfrm>
            <a:custGeom>
              <a:rect b="b" l="l" r="r" t="t"/>
              <a:pathLst>
                <a:path extrusionOk="0" h="193780" w="489579">
                  <a:moveTo>
                    <a:pt x="0" y="193781"/>
                  </a:moveTo>
                  <a:lnTo>
                    <a:pt x="48957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035" name="Google Shape;1035;p57"/>
            <p:cNvGrpSpPr/>
            <p:nvPr/>
          </p:nvGrpSpPr>
          <p:grpSpPr>
            <a:xfrm>
              <a:off x="4246593" y="503852"/>
              <a:ext cx="901928" cy="901976"/>
              <a:chOff x="5998919" y="3270845"/>
              <a:chExt cx="1426198" cy="1426274"/>
            </a:xfrm>
          </p:grpSpPr>
          <p:sp>
            <p:nvSpPr>
              <p:cNvPr id="1036" name="Google Shape;1036;p57"/>
              <p:cNvSpPr/>
              <p:nvPr/>
            </p:nvSpPr>
            <p:spPr>
              <a:xfrm>
                <a:off x="6712056" y="3270845"/>
                <a:ext cx="504239" cy="577619"/>
              </a:xfrm>
              <a:custGeom>
                <a:rect b="b" l="l" r="r" t="t"/>
                <a:pathLst>
                  <a:path extrusionOk="0" h="577619" w="504239">
                    <a:moveTo>
                      <a:pt x="135518" y="577620"/>
                    </a:moveTo>
                    <a:lnTo>
                      <a:pt x="504240" y="208897"/>
                    </a:lnTo>
                    <a:cubicBezTo>
                      <a:pt x="375179" y="79837"/>
                      <a:pt x="196895" y="0"/>
                      <a:pt x="0" y="0"/>
                    </a:cubicBezTo>
                    <a:lnTo>
                      <a:pt x="0" y="521408"/>
                    </a:lnTo>
                    <a:cubicBezTo>
                      <a:pt x="52946" y="521483"/>
                      <a:pt x="100879" y="542905"/>
                      <a:pt x="135518" y="57762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7" name="Google Shape;1037;p57"/>
              <p:cNvSpPr/>
              <p:nvPr/>
            </p:nvSpPr>
            <p:spPr>
              <a:xfrm>
                <a:off x="6847498" y="3479895"/>
                <a:ext cx="577619" cy="523306"/>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8" name="Google Shape;1038;p57"/>
              <p:cNvSpPr/>
              <p:nvPr/>
            </p:nvSpPr>
            <p:spPr>
              <a:xfrm>
                <a:off x="5998919" y="3270845"/>
                <a:ext cx="1426046" cy="1426274"/>
              </a:xfrm>
              <a:custGeom>
                <a:rect b="b" l="l" r="r" t="t"/>
                <a:pathLst>
                  <a:path extrusionOk="0" h="1426274" w="1426046">
                    <a:moveTo>
                      <a:pt x="904715" y="718303"/>
                    </a:moveTo>
                    <a:cubicBezTo>
                      <a:pt x="901981" y="821840"/>
                      <a:pt x="817282" y="904867"/>
                      <a:pt x="713137" y="904867"/>
                    </a:cubicBezTo>
                    <a:cubicBezTo>
                      <a:pt x="607245" y="904867"/>
                      <a:pt x="521408" y="819029"/>
                      <a:pt x="521408" y="713137"/>
                    </a:cubicBezTo>
                    <a:cubicBezTo>
                      <a:pt x="521408" y="607245"/>
                      <a:pt x="607245" y="521408"/>
                      <a:pt x="713137" y="521408"/>
                    </a:cubicBezTo>
                    <a:lnTo>
                      <a:pt x="713137" y="0"/>
                    </a:lnTo>
                    <a:cubicBezTo>
                      <a:pt x="319271" y="0"/>
                      <a:pt x="0" y="319271"/>
                      <a:pt x="0" y="713137"/>
                    </a:cubicBezTo>
                    <a:cubicBezTo>
                      <a:pt x="0" y="1107003"/>
                      <a:pt x="319271" y="1426274"/>
                      <a:pt x="713137" y="1426274"/>
                    </a:cubicBezTo>
                    <a:cubicBezTo>
                      <a:pt x="1100623" y="1426274"/>
                      <a:pt x="1415867" y="1117258"/>
                      <a:pt x="1426047" y="732204"/>
                    </a:cubicBezTo>
                    <a:lnTo>
                      <a:pt x="904715" y="718303"/>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pic>
        <p:nvPicPr>
          <p:cNvPr id="1039" name="Google Shape;1039;p57"/>
          <p:cNvPicPr preferRelativeResize="0"/>
          <p:nvPr/>
        </p:nvPicPr>
        <p:blipFill>
          <a:blip r:embed="rId3">
            <a:alphaModFix/>
          </a:blip>
          <a:stretch>
            <a:fillRect/>
          </a:stretch>
        </p:blipFill>
        <p:spPr>
          <a:xfrm>
            <a:off x="2085325" y="1839575"/>
            <a:ext cx="4973350" cy="25643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3" name="Shape 1043"/>
        <p:cNvGrpSpPr/>
        <p:nvPr/>
      </p:nvGrpSpPr>
      <p:grpSpPr>
        <a:xfrm>
          <a:off x="0" y="0"/>
          <a:ext cx="0" cy="0"/>
          <a:chOff x="0" y="0"/>
          <a:chExt cx="0" cy="0"/>
        </a:xfrm>
      </p:grpSpPr>
      <p:sp>
        <p:nvSpPr>
          <p:cNvPr id="1044" name="Google Shape;1044;p58"/>
          <p:cNvSpPr txBox="1"/>
          <p:nvPr>
            <p:ph idx="1" type="subTitle"/>
          </p:nvPr>
        </p:nvSpPr>
        <p:spPr>
          <a:xfrm>
            <a:off x="694800" y="1077500"/>
            <a:ext cx="7754400" cy="42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t>Example 2: Medical Dataset (Missing Blood Pressure Data)</a:t>
            </a:r>
            <a:endParaRPr b="1"/>
          </a:p>
        </p:txBody>
      </p:sp>
      <p:sp>
        <p:nvSpPr>
          <p:cNvPr id="1045" name="Google Shape;1045;p5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 3</a:t>
            </a:r>
            <a:endParaRPr/>
          </a:p>
        </p:txBody>
      </p:sp>
      <p:grpSp>
        <p:nvGrpSpPr>
          <p:cNvPr id="1046" name="Google Shape;1046;p58"/>
          <p:cNvGrpSpPr/>
          <p:nvPr/>
        </p:nvGrpSpPr>
        <p:grpSpPr>
          <a:xfrm>
            <a:off x="350755" y="4018677"/>
            <a:ext cx="902056" cy="901976"/>
            <a:chOff x="4246593" y="503852"/>
            <a:chExt cx="902056" cy="901976"/>
          </a:xfrm>
        </p:grpSpPr>
        <p:grpSp>
          <p:nvGrpSpPr>
            <p:cNvPr id="1047" name="Google Shape;1047;p58"/>
            <p:cNvGrpSpPr/>
            <p:nvPr/>
          </p:nvGrpSpPr>
          <p:grpSpPr>
            <a:xfrm>
              <a:off x="4246593" y="503900"/>
              <a:ext cx="901831" cy="901928"/>
              <a:chOff x="5998919" y="3270921"/>
              <a:chExt cx="1426046" cy="1426198"/>
            </a:xfrm>
          </p:grpSpPr>
          <p:sp>
            <p:nvSpPr>
              <p:cNvPr id="1048" name="Google Shape;1048;p58"/>
              <p:cNvSpPr/>
              <p:nvPr/>
            </p:nvSpPr>
            <p:spPr>
              <a:xfrm>
                <a:off x="5998919" y="3270921"/>
                <a:ext cx="713137" cy="713137"/>
              </a:xfrm>
              <a:custGeom>
                <a:rect b="b" l="l" r="r" t="t"/>
                <a:pathLst>
                  <a:path extrusionOk="0" h="713137" w="713137">
                    <a:moveTo>
                      <a:pt x="713137" y="521407"/>
                    </a:moveTo>
                    <a:lnTo>
                      <a:pt x="713137" y="0"/>
                    </a:lnTo>
                    <a:cubicBezTo>
                      <a:pt x="319271" y="0"/>
                      <a:pt x="0" y="319271"/>
                      <a:pt x="0" y="713137"/>
                    </a:cubicBezTo>
                    <a:lnTo>
                      <a:pt x="521408" y="713137"/>
                    </a:lnTo>
                    <a:cubicBezTo>
                      <a:pt x="521408" y="607245"/>
                      <a:pt x="607245" y="521407"/>
                      <a:pt x="713137" y="52140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9" name="Google Shape;1049;p58"/>
              <p:cNvSpPr/>
              <p:nvPr/>
            </p:nvSpPr>
            <p:spPr>
              <a:xfrm>
                <a:off x="5998919" y="3983982"/>
                <a:ext cx="1426046" cy="713137"/>
              </a:xfrm>
              <a:custGeom>
                <a:rect b="b" l="l" r="r" t="t"/>
                <a:pathLst>
                  <a:path extrusionOk="0" h="713137" w="1426046">
                    <a:moveTo>
                      <a:pt x="904715" y="5165"/>
                    </a:moveTo>
                    <a:cubicBezTo>
                      <a:pt x="901981" y="108702"/>
                      <a:pt x="817282" y="191730"/>
                      <a:pt x="713137" y="191730"/>
                    </a:cubicBezTo>
                    <a:cubicBezTo>
                      <a:pt x="607245" y="191730"/>
                      <a:pt x="521408" y="105892"/>
                      <a:pt x="521408" y="0"/>
                    </a:cubicBezTo>
                    <a:lnTo>
                      <a:pt x="0" y="0"/>
                    </a:lnTo>
                    <a:cubicBezTo>
                      <a:pt x="0" y="393866"/>
                      <a:pt x="319271" y="713137"/>
                      <a:pt x="713137" y="713137"/>
                    </a:cubicBezTo>
                    <a:cubicBezTo>
                      <a:pt x="1100623" y="713137"/>
                      <a:pt x="1415867" y="404121"/>
                      <a:pt x="1426047" y="19067"/>
                    </a:cubicBezTo>
                    <a:lnTo>
                      <a:pt x="904715" y="51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050" name="Google Shape;1050;p58"/>
            <p:cNvSpPr/>
            <p:nvPr/>
          </p:nvSpPr>
          <p:spPr>
            <a:xfrm>
              <a:off x="4783305" y="636091"/>
              <a:ext cx="365344" cy="330991"/>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1" name="Google Shape;1051;p58"/>
            <p:cNvSpPr/>
            <p:nvPr/>
          </p:nvSpPr>
          <p:spPr>
            <a:xfrm>
              <a:off x="4810784" y="788761"/>
              <a:ext cx="309659" cy="122566"/>
            </a:xfrm>
            <a:custGeom>
              <a:rect b="b" l="l" r="r" t="t"/>
              <a:pathLst>
                <a:path extrusionOk="0" h="193780" w="489579">
                  <a:moveTo>
                    <a:pt x="0" y="193781"/>
                  </a:moveTo>
                  <a:lnTo>
                    <a:pt x="48957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052" name="Google Shape;1052;p58"/>
            <p:cNvGrpSpPr/>
            <p:nvPr/>
          </p:nvGrpSpPr>
          <p:grpSpPr>
            <a:xfrm>
              <a:off x="4246593" y="503852"/>
              <a:ext cx="901928" cy="901976"/>
              <a:chOff x="5998919" y="3270845"/>
              <a:chExt cx="1426198" cy="1426274"/>
            </a:xfrm>
          </p:grpSpPr>
          <p:sp>
            <p:nvSpPr>
              <p:cNvPr id="1053" name="Google Shape;1053;p58"/>
              <p:cNvSpPr/>
              <p:nvPr/>
            </p:nvSpPr>
            <p:spPr>
              <a:xfrm>
                <a:off x="6712056" y="3270845"/>
                <a:ext cx="504239" cy="577619"/>
              </a:xfrm>
              <a:custGeom>
                <a:rect b="b" l="l" r="r" t="t"/>
                <a:pathLst>
                  <a:path extrusionOk="0" h="577619" w="504239">
                    <a:moveTo>
                      <a:pt x="135518" y="577620"/>
                    </a:moveTo>
                    <a:lnTo>
                      <a:pt x="504240" y="208897"/>
                    </a:lnTo>
                    <a:cubicBezTo>
                      <a:pt x="375179" y="79837"/>
                      <a:pt x="196895" y="0"/>
                      <a:pt x="0" y="0"/>
                    </a:cubicBezTo>
                    <a:lnTo>
                      <a:pt x="0" y="521408"/>
                    </a:lnTo>
                    <a:cubicBezTo>
                      <a:pt x="52946" y="521483"/>
                      <a:pt x="100879" y="542905"/>
                      <a:pt x="135518" y="57762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4" name="Google Shape;1054;p58"/>
              <p:cNvSpPr/>
              <p:nvPr/>
            </p:nvSpPr>
            <p:spPr>
              <a:xfrm>
                <a:off x="6847498" y="3479895"/>
                <a:ext cx="577619" cy="523306"/>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5" name="Google Shape;1055;p58"/>
              <p:cNvSpPr/>
              <p:nvPr/>
            </p:nvSpPr>
            <p:spPr>
              <a:xfrm>
                <a:off x="5998919" y="3270845"/>
                <a:ext cx="1426046" cy="1426274"/>
              </a:xfrm>
              <a:custGeom>
                <a:rect b="b" l="l" r="r" t="t"/>
                <a:pathLst>
                  <a:path extrusionOk="0" h="1426274" w="1426046">
                    <a:moveTo>
                      <a:pt x="904715" y="718303"/>
                    </a:moveTo>
                    <a:cubicBezTo>
                      <a:pt x="901981" y="821840"/>
                      <a:pt x="817282" y="904867"/>
                      <a:pt x="713137" y="904867"/>
                    </a:cubicBezTo>
                    <a:cubicBezTo>
                      <a:pt x="607245" y="904867"/>
                      <a:pt x="521408" y="819029"/>
                      <a:pt x="521408" y="713137"/>
                    </a:cubicBezTo>
                    <a:cubicBezTo>
                      <a:pt x="521408" y="607245"/>
                      <a:pt x="607245" y="521408"/>
                      <a:pt x="713137" y="521408"/>
                    </a:cubicBezTo>
                    <a:lnTo>
                      <a:pt x="713137" y="0"/>
                    </a:lnTo>
                    <a:cubicBezTo>
                      <a:pt x="319271" y="0"/>
                      <a:pt x="0" y="319271"/>
                      <a:pt x="0" y="713137"/>
                    </a:cubicBezTo>
                    <a:cubicBezTo>
                      <a:pt x="0" y="1107003"/>
                      <a:pt x="319271" y="1426274"/>
                      <a:pt x="713137" y="1426274"/>
                    </a:cubicBezTo>
                    <a:cubicBezTo>
                      <a:pt x="1100623" y="1426274"/>
                      <a:pt x="1415867" y="1117258"/>
                      <a:pt x="1426047" y="732204"/>
                    </a:cubicBezTo>
                    <a:lnTo>
                      <a:pt x="904715" y="718303"/>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1056" name="Google Shape;1056;p58"/>
          <p:cNvSpPr txBox="1"/>
          <p:nvPr>
            <p:ph idx="1" type="subTitle"/>
          </p:nvPr>
        </p:nvSpPr>
        <p:spPr>
          <a:xfrm>
            <a:off x="4782450" y="2136475"/>
            <a:ext cx="4074600" cy="1700100"/>
          </a:xfrm>
          <a:prstGeom prst="rect">
            <a:avLst/>
          </a:prstGeom>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AutoNum type="arabicPeriod"/>
            </a:pPr>
            <a:r>
              <a:rPr lang="en"/>
              <a:t>Missing values in the "Blood Pressure" column are randomly distributed </a:t>
            </a:r>
            <a:r>
              <a:rPr b="1" lang="en"/>
              <a:t>(MCAR - Missing Completely at Random)</a:t>
            </a: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Reason:</a:t>
            </a:r>
            <a:r>
              <a:rPr lang="en"/>
              <a:t> Missingness is random and not related to any observed or unobserved data.</a:t>
            </a:r>
            <a:endParaRPr/>
          </a:p>
        </p:txBody>
      </p:sp>
      <p:pic>
        <p:nvPicPr>
          <p:cNvPr id="1057" name="Google Shape;1057;p58"/>
          <p:cNvPicPr preferRelativeResize="0"/>
          <p:nvPr/>
        </p:nvPicPr>
        <p:blipFill>
          <a:blip r:embed="rId3">
            <a:alphaModFix/>
          </a:blip>
          <a:stretch>
            <a:fillRect/>
          </a:stretch>
        </p:blipFill>
        <p:spPr>
          <a:xfrm>
            <a:off x="694800" y="1910900"/>
            <a:ext cx="3734650" cy="19256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p59"/>
          <p:cNvSpPr txBox="1"/>
          <p:nvPr>
            <p:ph idx="1" type="subTitle"/>
          </p:nvPr>
        </p:nvSpPr>
        <p:spPr>
          <a:xfrm>
            <a:off x="694800" y="1077500"/>
            <a:ext cx="7754400" cy="42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t>Example 2: Medical Dataset (Missing Blood Pressure Data)</a:t>
            </a:r>
            <a:endParaRPr b="1"/>
          </a:p>
        </p:txBody>
      </p:sp>
      <p:sp>
        <p:nvSpPr>
          <p:cNvPr id="1063" name="Google Shape;1063;p5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 3</a:t>
            </a:r>
            <a:endParaRPr/>
          </a:p>
        </p:txBody>
      </p:sp>
      <p:grpSp>
        <p:nvGrpSpPr>
          <p:cNvPr id="1064" name="Google Shape;1064;p59"/>
          <p:cNvGrpSpPr/>
          <p:nvPr/>
        </p:nvGrpSpPr>
        <p:grpSpPr>
          <a:xfrm>
            <a:off x="350755" y="4018677"/>
            <a:ext cx="902056" cy="901976"/>
            <a:chOff x="4246593" y="503852"/>
            <a:chExt cx="902056" cy="901976"/>
          </a:xfrm>
        </p:grpSpPr>
        <p:grpSp>
          <p:nvGrpSpPr>
            <p:cNvPr id="1065" name="Google Shape;1065;p59"/>
            <p:cNvGrpSpPr/>
            <p:nvPr/>
          </p:nvGrpSpPr>
          <p:grpSpPr>
            <a:xfrm>
              <a:off x="4246593" y="503900"/>
              <a:ext cx="901831" cy="901928"/>
              <a:chOff x="5998919" y="3270921"/>
              <a:chExt cx="1426046" cy="1426198"/>
            </a:xfrm>
          </p:grpSpPr>
          <p:sp>
            <p:nvSpPr>
              <p:cNvPr id="1066" name="Google Shape;1066;p59"/>
              <p:cNvSpPr/>
              <p:nvPr/>
            </p:nvSpPr>
            <p:spPr>
              <a:xfrm>
                <a:off x="5998919" y="3270921"/>
                <a:ext cx="713137" cy="713137"/>
              </a:xfrm>
              <a:custGeom>
                <a:rect b="b" l="l" r="r" t="t"/>
                <a:pathLst>
                  <a:path extrusionOk="0" h="713137" w="713137">
                    <a:moveTo>
                      <a:pt x="713137" y="521407"/>
                    </a:moveTo>
                    <a:lnTo>
                      <a:pt x="713137" y="0"/>
                    </a:lnTo>
                    <a:cubicBezTo>
                      <a:pt x="319271" y="0"/>
                      <a:pt x="0" y="319271"/>
                      <a:pt x="0" y="713137"/>
                    </a:cubicBezTo>
                    <a:lnTo>
                      <a:pt x="521408" y="713137"/>
                    </a:lnTo>
                    <a:cubicBezTo>
                      <a:pt x="521408" y="607245"/>
                      <a:pt x="607245" y="521407"/>
                      <a:pt x="713137" y="52140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7" name="Google Shape;1067;p59"/>
              <p:cNvSpPr/>
              <p:nvPr/>
            </p:nvSpPr>
            <p:spPr>
              <a:xfrm>
                <a:off x="5998919" y="3983982"/>
                <a:ext cx="1426046" cy="713137"/>
              </a:xfrm>
              <a:custGeom>
                <a:rect b="b" l="l" r="r" t="t"/>
                <a:pathLst>
                  <a:path extrusionOk="0" h="713137" w="1426046">
                    <a:moveTo>
                      <a:pt x="904715" y="5165"/>
                    </a:moveTo>
                    <a:cubicBezTo>
                      <a:pt x="901981" y="108702"/>
                      <a:pt x="817282" y="191730"/>
                      <a:pt x="713137" y="191730"/>
                    </a:cubicBezTo>
                    <a:cubicBezTo>
                      <a:pt x="607245" y="191730"/>
                      <a:pt x="521408" y="105892"/>
                      <a:pt x="521408" y="0"/>
                    </a:cubicBezTo>
                    <a:lnTo>
                      <a:pt x="0" y="0"/>
                    </a:lnTo>
                    <a:cubicBezTo>
                      <a:pt x="0" y="393866"/>
                      <a:pt x="319271" y="713137"/>
                      <a:pt x="713137" y="713137"/>
                    </a:cubicBezTo>
                    <a:cubicBezTo>
                      <a:pt x="1100623" y="713137"/>
                      <a:pt x="1415867" y="404121"/>
                      <a:pt x="1426047" y="19067"/>
                    </a:cubicBezTo>
                    <a:lnTo>
                      <a:pt x="904715" y="51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068" name="Google Shape;1068;p59"/>
            <p:cNvSpPr/>
            <p:nvPr/>
          </p:nvSpPr>
          <p:spPr>
            <a:xfrm>
              <a:off x="4783305" y="636091"/>
              <a:ext cx="365344" cy="330991"/>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9" name="Google Shape;1069;p59"/>
            <p:cNvSpPr/>
            <p:nvPr/>
          </p:nvSpPr>
          <p:spPr>
            <a:xfrm>
              <a:off x="4810784" y="788761"/>
              <a:ext cx="309659" cy="122566"/>
            </a:xfrm>
            <a:custGeom>
              <a:rect b="b" l="l" r="r" t="t"/>
              <a:pathLst>
                <a:path extrusionOk="0" h="193780" w="489579">
                  <a:moveTo>
                    <a:pt x="0" y="193781"/>
                  </a:moveTo>
                  <a:lnTo>
                    <a:pt x="48957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070" name="Google Shape;1070;p59"/>
            <p:cNvGrpSpPr/>
            <p:nvPr/>
          </p:nvGrpSpPr>
          <p:grpSpPr>
            <a:xfrm>
              <a:off x="4246593" y="503852"/>
              <a:ext cx="901928" cy="901976"/>
              <a:chOff x="5998919" y="3270845"/>
              <a:chExt cx="1426198" cy="1426274"/>
            </a:xfrm>
          </p:grpSpPr>
          <p:sp>
            <p:nvSpPr>
              <p:cNvPr id="1071" name="Google Shape;1071;p59"/>
              <p:cNvSpPr/>
              <p:nvPr/>
            </p:nvSpPr>
            <p:spPr>
              <a:xfrm>
                <a:off x="6712056" y="3270845"/>
                <a:ext cx="504239" cy="577619"/>
              </a:xfrm>
              <a:custGeom>
                <a:rect b="b" l="l" r="r" t="t"/>
                <a:pathLst>
                  <a:path extrusionOk="0" h="577619" w="504239">
                    <a:moveTo>
                      <a:pt x="135518" y="577620"/>
                    </a:moveTo>
                    <a:lnTo>
                      <a:pt x="504240" y="208897"/>
                    </a:lnTo>
                    <a:cubicBezTo>
                      <a:pt x="375179" y="79837"/>
                      <a:pt x="196895" y="0"/>
                      <a:pt x="0" y="0"/>
                    </a:cubicBezTo>
                    <a:lnTo>
                      <a:pt x="0" y="521408"/>
                    </a:lnTo>
                    <a:cubicBezTo>
                      <a:pt x="52946" y="521483"/>
                      <a:pt x="100879" y="542905"/>
                      <a:pt x="135518" y="57762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2" name="Google Shape;1072;p59"/>
              <p:cNvSpPr/>
              <p:nvPr/>
            </p:nvSpPr>
            <p:spPr>
              <a:xfrm>
                <a:off x="6847498" y="3479895"/>
                <a:ext cx="577619" cy="523306"/>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3" name="Google Shape;1073;p59"/>
              <p:cNvSpPr/>
              <p:nvPr/>
            </p:nvSpPr>
            <p:spPr>
              <a:xfrm>
                <a:off x="5998919" y="3270845"/>
                <a:ext cx="1426046" cy="1426274"/>
              </a:xfrm>
              <a:custGeom>
                <a:rect b="b" l="l" r="r" t="t"/>
                <a:pathLst>
                  <a:path extrusionOk="0" h="1426274" w="1426046">
                    <a:moveTo>
                      <a:pt x="904715" y="718303"/>
                    </a:moveTo>
                    <a:cubicBezTo>
                      <a:pt x="901981" y="821840"/>
                      <a:pt x="817282" y="904867"/>
                      <a:pt x="713137" y="904867"/>
                    </a:cubicBezTo>
                    <a:cubicBezTo>
                      <a:pt x="607245" y="904867"/>
                      <a:pt x="521408" y="819029"/>
                      <a:pt x="521408" y="713137"/>
                    </a:cubicBezTo>
                    <a:cubicBezTo>
                      <a:pt x="521408" y="607245"/>
                      <a:pt x="607245" y="521408"/>
                      <a:pt x="713137" y="521408"/>
                    </a:cubicBezTo>
                    <a:lnTo>
                      <a:pt x="713137" y="0"/>
                    </a:lnTo>
                    <a:cubicBezTo>
                      <a:pt x="319271" y="0"/>
                      <a:pt x="0" y="319271"/>
                      <a:pt x="0" y="713137"/>
                    </a:cubicBezTo>
                    <a:cubicBezTo>
                      <a:pt x="0" y="1107003"/>
                      <a:pt x="319271" y="1426274"/>
                      <a:pt x="713137" y="1426274"/>
                    </a:cubicBezTo>
                    <a:cubicBezTo>
                      <a:pt x="1100623" y="1426274"/>
                      <a:pt x="1415867" y="1117258"/>
                      <a:pt x="1426047" y="732204"/>
                    </a:cubicBezTo>
                    <a:lnTo>
                      <a:pt x="904715" y="718303"/>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1074" name="Google Shape;1074;p59"/>
          <p:cNvSpPr txBox="1"/>
          <p:nvPr>
            <p:ph idx="1" type="subTitle"/>
          </p:nvPr>
        </p:nvSpPr>
        <p:spPr>
          <a:xfrm>
            <a:off x="4429450" y="1576350"/>
            <a:ext cx="4427700" cy="3287700"/>
          </a:xfrm>
          <a:prstGeom prst="rect">
            <a:avLst/>
          </a:prstGeom>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AutoNum type="arabicPeriod" startAt="2"/>
            </a:pPr>
            <a:r>
              <a:rPr lang="en"/>
              <a:t>Handle missing values using </a:t>
            </a:r>
            <a:r>
              <a:rPr b="1" lang="en"/>
              <a:t>mean imputation</a:t>
            </a:r>
            <a:r>
              <a:rPr lang="en"/>
              <a:t>: </a:t>
            </a:r>
            <a:r>
              <a:rPr lang="en"/>
              <a:t>Replace missing "Blood Pressure" and “Cholesterol” values with the mean of the observed values.</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n"/>
              <a:t>Mean blood pressure</a:t>
            </a:r>
            <a:r>
              <a:rPr lang="en"/>
              <a:t> = </a:t>
            </a:r>
            <a:endParaRPr/>
          </a:p>
          <a:p>
            <a:pPr indent="0" lvl="0" marL="457200" rtl="0" algn="l">
              <a:spcBef>
                <a:spcPts val="0"/>
              </a:spcBef>
              <a:spcAft>
                <a:spcPts val="0"/>
              </a:spcAft>
              <a:buNone/>
            </a:pPr>
            <a:r>
              <a:rPr lang="en"/>
              <a:t>    </a:t>
            </a:r>
            <a:r>
              <a:rPr lang="en">
                <a:highlight>
                  <a:schemeClr val="dk2"/>
                </a:highlight>
              </a:rPr>
              <a:t>120+130+125</a:t>
            </a:r>
            <a:r>
              <a:rPr lang="en">
                <a:highlight>
                  <a:schemeClr val="dk2"/>
                </a:highlight>
              </a:rPr>
              <a:t>/3 = 125</a:t>
            </a:r>
            <a:endParaRPr>
              <a:highlight>
                <a:schemeClr val="dk2"/>
              </a:highlight>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Mean cholesterol = </a:t>
            </a:r>
            <a:endParaRPr/>
          </a:p>
          <a:p>
            <a:pPr indent="0" lvl="0" marL="457200" rtl="0" algn="l">
              <a:spcBef>
                <a:spcPts val="0"/>
              </a:spcBef>
              <a:spcAft>
                <a:spcPts val="0"/>
              </a:spcAft>
              <a:buNone/>
            </a:pPr>
            <a:r>
              <a:rPr lang="en">
                <a:highlight>
                  <a:schemeClr val="dk2"/>
                </a:highlight>
              </a:rPr>
              <a:t>200+220+210+190</a:t>
            </a:r>
            <a:r>
              <a:rPr lang="en">
                <a:highlight>
                  <a:schemeClr val="dk2"/>
                </a:highlight>
              </a:rPr>
              <a:t>/4 = 205</a:t>
            </a:r>
            <a:endParaRPr>
              <a:highlight>
                <a:schemeClr val="dk2"/>
              </a:highlight>
            </a:endParaRPr>
          </a:p>
        </p:txBody>
      </p:sp>
      <p:pic>
        <p:nvPicPr>
          <p:cNvPr id="1075" name="Google Shape;1075;p59"/>
          <p:cNvPicPr preferRelativeResize="0"/>
          <p:nvPr/>
        </p:nvPicPr>
        <p:blipFill>
          <a:blip r:embed="rId3">
            <a:alphaModFix/>
          </a:blip>
          <a:stretch>
            <a:fillRect/>
          </a:stretch>
        </p:blipFill>
        <p:spPr>
          <a:xfrm>
            <a:off x="694800" y="1910900"/>
            <a:ext cx="3734650" cy="19256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sp>
        <p:nvSpPr>
          <p:cNvPr id="1080" name="Google Shape;1080;p60"/>
          <p:cNvSpPr txBox="1"/>
          <p:nvPr>
            <p:ph idx="1" type="subTitle"/>
          </p:nvPr>
        </p:nvSpPr>
        <p:spPr>
          <a:xfrm>
            <a:off x="694800" y="1077500"/>
            <a:ext cx="7754400" cy="42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t>Example 3: Customer Dataset (Missing Satisfaction Data)</a:t>
            </a:r>
            <a:endParaRPr b="1"/>
          </a:p>
        </p:txBody>
      </p:sp>
      <p:sp>
        <p:nvSpPr>
          <p:cNvPr id="1081" name="Google Shape;1081;p6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 3</a:t>
            </a:r>
            <a:endParaRPr/>
          </a:p>
        </p:txBody>
      </p:sp>
      <p:grpSp>
        <p:nvGrpSpPr>
          <p:cNvPr id="1082" name="Google Shape;1082;p60"/>
          <p:cNvGrpSpPr/>
          <p:nvPr/>
        </p:nvGrpSpPr>
        <p:grpSpPr>
          <a:xfrm>
            <a:off x="350755" y="4018677"/>
            <a:ext cx="902056" cy="901976"/>
            <a:chOff x="4246593" y="503852"/>
            <a:chExt cx="902056" cy="901976"/>
          </a:xfrm>
        </p:grpSpPr>
        <p:grpSp>
          <p:nvGrpSpPr>
            <p:cNvPr id="1083" name="Google Shape;1083;p60"/>
            <p:cNvGrpSpPr/>
            <p:nvPr/>
          </p:nvGrpSpPr>
          <p:grpSpPr>
            <a:xfrm>
              <a:off x="4246593" y="503900"/>
              <a:ext cx="901831" cy="901928"/>
              <a:chOff x="5998919" y="3270921"/>
              <a:chExt cx="1426046" cy="1426198"/>
            </a:xfrm>
          </p:grpSpPr>
          <p:sp>
            <p:nvSpPr>
              <p:cNvPr id="1084" name="Google Shape;1084;p60"/>
              <p:cNvSpPr/>
              <p:nvPr/>
            </p:nvSpPr>
            <p:spPr>
              <a:xfrm>
                <a:off x="5998919" y="3270921"/>
                <a:ext cx="713137" cy="713137"/>
              </a:xfrm>
              <a:custGeom>
                <a:rect b="b" l="l" r="r" t="t"/>
                <a:pathLst>
                  <a:path extrusionOk="0" h="713137" w="713137">
                    <a:moveTo>
                      <a:pt x="713137" y="521407"/>
                    </a:moveTo>
                    <a:lnTo>
                      <a:pt x="713137" y="0"/>
                    </a:lnTo>
                    <a:cubicBezTo>
                      <a:pt x="319271" y="0"/>
                      <a:pt x="0" y="319271"/>
                      <a:pt x="0" y="713137"/>
                    </a:cubicBezTo>
                    <a:lnTo>
                      <a:pt x="521408" y="713137"/>
                    </a:lnTo>
                    <a:cubicBezTo>
                      <a:pt x="521408" y="607245"/>
                      <a:pt x="607245" y="521407"/>
                      <a:pt x="713137" y="52140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5" name="Google Shape;1085;p60"/>
              <p:cNvSpPr/>
              <p:nvPr/>
            </p:nvSpPr>
            <p:spPr>
              <a:xfrm>
                <a:off x="5998919" y="3983982"/>
                <a:ext cx="1426046" cy="713137"/>
              </a:xfrm>
              <a:custGeom>
                <a:rect b="b" l="l" r="r" t="t"/>
                <a:pathLst>
                  <a:path extrusionOk="0" h="713137" w="1426046">
                    <a:moveTo>
                      <a:pt x="904715" y="5165"/>
                    </a:moveTo>
                    <a:cubicBezTo>
                      <a:pt x="901981" y="108702"/>
                      <a:pt x="817282" y="191730"/>
                      <a:pt x="713137" y="191730"/>
                    </a:cubicBezTo>
                    <a:cubicBezTo>
                      <a:pt x="607245" y="191730"/>
                      <a:pt x="521408" y="105892"/>
                      <a:pt x="521408" y="0"/>
                    </a:cubicBezTo>
                    <a:lnTo>
                      <a:pt x="0" y="0"/>
                    </a:lnTo>
                    <a:cubicBezTo>
                      <a:pt x="0" y="393866"/>
                      <a:pt x="319271" y="713137"/>
                      <a:pt x="713137" y="713137"/>
                    </a:cubicBezTo>
                    <a:cubicBezTo>
                      <a:pt x="1100623" y="713137"/>
                      <a:pt x="1415867" y="404121"/>
                      <a:pt x="1426047" y="19067"/>
                    </a:cubicBezTo>
                    <a:lnTo>
                      <a:pt x="904715" y="51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086" name="Google Shape;1086;p60"/>
            <p:cNvSpPr/>
            <p:nvPr/>
          </p:nvSpPr>
          <p:spPr>
            <a:xfrm>
              <a:off x="4783305" y="636091"/>
              <a:ext cx="365344" cy="330991"/>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7" name="Google Shape;1087;p60"/>
            <p:cNvSpPr/>
            <p:nvPr/>
          </p:nvSpPr>
          <p:spPr>
            <a:xfrm>
              <a:off x="4810784" y="788761"/>
              <a:ext cx="309659" cy="122566"/>
            </a:xfrm>
            <a:custGeom>
              <a:rect b="b" l="l" r="r" t="t"/>
              <a:pathLst>
                <a:path extrusionOk="0" h="193780" w="489579">
                  <a:moveTo>
                    <a:pt x="0" y="193781"/>
                  </a:moveTo>
                  <a:lnTo>
                    <a:pt x="48957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088" name="Google Shape;1088;p60"/>
            <p:cNvGrpSpPr/>
            <p:nvPr/>
          </p:nvGrpSpPr>
          <p:grpSpPr>
            <a:xfrm>
              <a:off x="4246593" y="503852"/>
              <a:ext cx="901928" cy="901976"/>
              <a:chOff x="5998919" y="3270845"/>
              <a:chExt cx="1426198" cy="1426274"/>
            </a:xfrm>
          </p:grpSpPr>
          <p:sp>
            <p:nvSpPr>
              <p:cNvPr id="1089" name="Google Shape;1089;p60"/>
              <p:cNvSpPr/>
              <p:nvPr/>
            </p:nvSpPr>
            <p:spPr>
              <a:xfrm>
                <a:off x="6712056" y="3270845"/>
                <a:ext cx="504239" cy="577619"/>
              </a:xfrm>
              <a:custGeom>
                <a:rect b="b" l="l" r="r" t="t"/>
                <a:pathLst>
                  <a:path extrusionOk="0" h="577619" w="504239">
                    <a:moveTo>
                      <a:pt x="135518" y="577620"/>
                    </a:moveTo>
                    <a:lnTo>
                      <a:pt x="504240" y="208897"/>
                    </a:lnTo>
                    <a:cubicBezTo>
                      <a:pt x="375179" y="79837"/>
                      <a:pt x="196895" y="0"/>
                      <a:pt x="0" y="0"/>
                    </a:cubicBezTo>
                    <a:lnTo>
                      <a:pt x="0" y="521408"/>
                    </a:lnTo>
                    <a:cubicBezTo>
                      <a:pt x="52946" y="521483"/>
                      <a:pt x="100879" y="542905"/>
                      <a:pt x="135518" y="57762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90" name="Google Shape;1090;p60"/>
              <p:cNvSpPr/>
              <p:nvPr/>
            </p:nvSpPr>
            <p:spPr>
              <a:xfrm>
                <a:off x="6847498" y="3479895"/>
                <a:ext cx="577619" cy="523306"/>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91" name="Google Shape;1091;p60"/>
              <p:cNvSpPr/>
              <p:nvPr/>
            </p:nvSpPr>
            <p:spPr>
              <a:xfrm>
                <a:off x="5998919" y="3270845"/>
                <a:ext cx="1426046" cy="1426274"/>
              </a:xfrm>
              <a:custGeom>
                <a:rect b="b" l="l" r="r" t="t"/>
                <a:pathLst>
                  <a:path extrusionOk="0" h="1426274" w="1426046">
                    <a:moveTo>
                      <a:pt x="904715" y="718303"/>
                    </a:moveTo>
                    <a:cubicBezTo>
                      <a:pt x="901981" y="821840"/>
                      <a:pt x="817282" y="904867"/>
                      <a:pt x="713137" y="904867"/>
                    </a:cubicBezTo>
                    <a:cubicBezTo>
                      <a:pt x="607245" y="904867"/>
                      <a:pt x="521408" y="819029"/>
                      <a:pt x="521408" y="713137"/>
                    </a:cubicBezTo>
                    <a:cubicBezTo>
                      <a:pt x="521408" y="607245"/>
                      <a:pt x="607245" y="521408"/>
                      <a:pt x="713137" y="521408"/>
                    </a:cubicBezTo>
                    <a:lnTo>
                      <a:pt x="713137" y="0"/>
                    </a:lnTo>
                    <a:cubicBezTo>
                      <a:pt x="319271" y="0"/>
                      <a:pt x="0" y="319271"/>
                      <a:pt x="0" y="713137"/>
                    </a:cubicBezTo>
                    <a:cubicBezTo>
                      <a:pt x="0" y="1107003"/>
                      <a:pt x="319271" y="1426274"/>
                      <a:pt x="713137" y="1426274"/>
                    </a:cubicBezTo>
                    <a:cubicBezTo>
                      <a:pt x="1100623" y="1426274"/>
                      <a:pt x="1415867" y="1117258"/>
                      <a:pt x="1426047" y="732204"/>
                    </a:cubicBezTo>
                    <a:lnTo>
                      <a:pt x="904715" y="718303"/>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pic>
        <p:nvPicPr>
          <p:cNvPr id="1092" name="Google Shape;1092;p60"/>
          <p:cNvPicPr preferRelativeResize="0"/>
          <p:nvPr/>
        </p:nvPicPr>
        <p:blipFill>
          <a:blip r:embed="rId3">
            <a:alphaModFix/>
          </a:blip>
          <a:stretch>
            <a:fillRect/>
          </a:stretch>
        </p:blipFill>
        <p:spPr>
          <a:xfrm>
            <a:off x="2219325" y="1885187"/>
            <a:ext cx="4705350" cy="23281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sp>
        <p:nvSpPr>
          <p:cNvPr id="1097" name="Google Shape;1097;p61"/>
          <p:cNvSpPr txBox="1"/>
          <p:nvPr>
            <p:ph idx="1" type="subTitle"/>
          </p:nvPr>
        </p:nvSpPr>
        <p:spPr>
          <a:xfrm>
            <a:off x="694800" y="1077500"/>
            <a:ext cx="7754400" cy="42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t>Example 3: Customer Dataset (Missing Satisfaction Data)</a:t>
            </a:r>
            <a:endParaRPr b="1"/>
          </a:p>
        </p:txBody>
      </p:sp>
      <p:sp>
        <p:nvSpPr>
          <p:cNvPr id="1098" name="Google Shape;1098;p6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 3</a:t>
            </a:r>
            <a:endParaRPr/>
          </a:p>
        </p:txBody>
      </p:sp>
      <p:grpSp>
        <p:nvGrpSpPr>
          <p:cNvPr id="1099" name="Google Shape;1099;p61"/>
          <p:cNvGrpSpPr/>
          <p:nvPr/>
        </p:nvGrpSpPr>
        <p:grpSpPr>
          <a:xfrm>
            <a:off x="350755" y="4018677"/>
            <a:ext cx="902056" cy="901976"/>
            <a:chOff x="4246593" y="503852"/>
            <a:chExt cx="902056" cy="901976"/>
          </a:xfrm>
        </p:grpSpPr>
        <p:grpSp>
          <p:nvGrpSpPr>
            <p:cNvPr id="1100" name="Google Shape;1100;p61"/>
            <p:cNvGrpSpPr/>
            <p:nvPr/>
          </p:nvGrpSpPr>
          <p:grpSpPr>
            <a:xfrm>
              <a:off x="4246593" y="503900"/>
              <a:ext cx="901831" cy="901928"/>
              <a:chOff x="5998919" y="3270921"/>
              <a:chExt cx="1426046" cy="1426198"/>
            </a:xfrm>
          </p:grpSpPr>
          <p:sp>
            <p:nvSpPr>
              <p:cNvPr id="1101" name="Google Shape;1101;p61"/>
              <p:cNvSpPr/>
              <p:nvPr/>
            </p:nvSpPr>
            <p:spPr>
              <a:xfrm>
                <a:off x="5998919" y="3270921"/>
                <a:ext cx="713137" cy="713137"/>
              </a:xfrm>
              <a:custGeom>
                <a:rect b="b" l="l" r="r" t="t"/>
                <a:pathLst>
                  <a:path extrusionOk="0" h="713137" w="713137">
                    <a:moveTo>
                      <a:pt x="713137" y="521407"/>
                    </a:moveTo>
                    <a:lnTo>
                      <a:pt x="713137" y="0"/>
                    </a:lnTo>
                    <a:cubicBezTo>
                      <a:pt x="319271" y="0"/>
                      <a:pt x="0" y="319271"/>
                      <a:pt x="0" y="713137"/>
                    </a:cubicBezTo>
                    <a:lnTo>
                      <a:pt x="521408" y="713137"/>
                    </a:lnTo>
                    <a:cubicBezTo>
                      <a:pt x="521408" y="607245"/>
                      <a:pt x="607245" y="521407"/>
                      <a:pt x="713137" y="52140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02" name="Google Shape;1102;p61"/>
              <p:cNvSpPr/>
              <p:nvPr/>
            </p:nvSpPr>
            <p:spPr>
              <a:xfrm>
                <a:off x="5998919" y="3983982"/>
                <a:ext cx="1426046" cy="713137"/>
              </a:xfrm>
              <a:custGeom>
                <a:rect b="b" l="l" r="r" t="t"/>
                <a:pathLst>
                  <a:path extrusionOk="0" h="713137" w="1426046">
                    <a:moveTo>
                      <a:pt x="904715" y="5165"/>
                    </a:moveTo>
                    <a:cubicBezTo>
                      <a:pt x="901981" y="108702"/>
                      <a:pt x="817282" y="191730"/>
                      <a:pt x="713137" y="191730"/>
                    </a:cubicBezTo>
                    <a:cubicBezTo>
                      <a:pt x="607245" y="191730"/>
                      <a:pt x="521408" y="105892"/>
                      <a:pt x="521408" y="0"/>
                    </a:cubicBezTo>
                    <a:lnTo>
                      <a:pt x="0" y="0"/>
                    </a:lnTo>
                    <a:cubicBezTo>
                      <a:pt x="0" y="393866"/>
                      <a:pt x="319271" y="713137"/>
                      <a:pt x="713137" y="713137"/>
                    </a:cubicBezTo>
                    <a:cubicBezTo>
                      <a:pt x="1100623" y="713137"/>
                      <a:pt x="1415867" y="404121"/>
                      <a:pt x="1426047" y="19067"/>
                    </a:cubicBezTo>
                    <a:lnTo>
                      <a:pt x="904715" y="51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103" name="Google Shape;1103;p61"/>
            <p:cNvSpPr/>
            <p:nvPr/>
          </p:nvSpPr>
          <p:spPr>
            <a:xfrm>
              <a:off x="4783305" y="636091"/>
              <a:ext cx="365344" cy="330991"/>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04" name="Google Shape;1104;p61"/>
            <p:cNvSpPr/>
            <p:nvPr/>
          </p:nvSpPr>
          <p:spPr>
            <a:xfrm>
              <a:off x="4810784" y="788761"/>
              <a:ext cx="309659" cy="122566"/>
            </a:xfrm>
            <a:custGeom>
              <a:rect b="b" l="l" r="r" t="t"/>
              <a:pathLst>
                <a:path extrusionOk="0" h="193780" w="489579">
                  <a:moveTo>
                    <a:pt x="0" y="193781"/>
                  </a:moveTo>
                  <a:lnTo>
                    <a:pt x="48957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105" name="Google Shape;1105;p61"/>
            <p:cNvGrpSpPr/>
            <p:nvPr/>
          </p:nvGrpSpPr>
          <p:grpSpPr>
            <a:xfrm>
              <a:off x="4246593" y="503852"/>
              <a:ext cx="901928" cy="901976"/>
              <a:chOff x="5998919" y="3270845"/>
              <a:chExt cx="1426198" cy="1426274"/>
            </a:xfrm>
          </p:grpSpPr>
          <p:sp>
            <p:nvSpPr>
              <p:cNvPr id="1106" name="Google Shape;1106;p61"/>
              <p:cNvSpPr/>
              <p:nvPr/>
            </p:nvSpPr>
            <p:spPr>
              <a:xfrm>
                <a:off x="6712056" y="3270845"/>
                <a:ext cx="504239" cy="577619"/>
              </a:xfrm>
              <a:custGeom>
                <a:rect b="b" l="l" r="r" t="t"/>
                <a:pathLst>
                  <a:path extrusionOk="0" h="577619" w="504239">
                    <a:moveTo>
                      <a:pt x="135518" y="577620"/>
                    </a:moveTo>
                    <a:lnTo>
                      <a:pt x="504240" y="208897"/>
                    </a:lnTo>
                    <a:cubicBezTo>
                      <a:pt x="375179" y="79837"/>
                      <a:pt x="196895" y="0"/>
                      <a:pt x="0" y="0"/>
                    </a:cubicBezTo>
                    <a:lnTo>
                      <a:pt x="0" y="521408"/>
                    </a:lnTo>
                    <a:cubicBezTo>
                      <a:pt x="52946" y="521483"/>
                      <a:pt x="100879" y="542905"/>
                      <a:pt x="135518" y="57762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07" name="Google Shape;1107;p61"/>
              <p:cNvSpPr/>
              <p:nvPr/>
            </p:nvSpPr>
            <p:spPr>
              <a:xfrm>
                <a:off x="6847498" y="3479895"/>
                <a:ext cx="577619" cy="523306"/>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08" name="Google Shape;1108;p61"/>
              <p:cNvSpPr/>
              <p:nvPr/>
            </p:nvSpPr>
            <p:spPr>
              <a:xfrm>
                <a:off x="5998919" y="3270845"/>
                <a:ext cx="1426046" cy="1426274"/>
              </a:xfrm>
              <a:custGeom>
                <a:rect b="b" l="l" r="r" t="t"/>
                <a:pathLst>
                  <a:path extrusionOk="0" h="1426274" w="1426046">
                    <a:moveTo>
                      <a:pt x="904715" y="718303"/>
                    </a:moveTo>
                    <a:cubicBezTo>
                      <a:pt x="901981" y="821840"/>
                      <a:pt x="817282" y="904867"/>
                      <a:pt x="713137" y="904867"/>
                    </a:cubicBezTo>
                    <a:cubicBezTo>
                      <a:pt x="607245" y="904867"/>
                      <a:pt x="521408" y="819029"/>
                      <a:pt x="521408" y="713137"/>
                    </a:cubicBezTo>
                    <a:cubicBezTo>
                      <a:pt x="521408" y="607245"/>
                      <a:pt x="607245" y="521408"/>
                      <a:pt x="713137" y="521408"/>
                    </a:cubicBezTo>
                    <a:lnTo>
                      <a:pt x="713137" y="0"/>
                    </a:lnTo>
                    <a:cubicBezTo>
                      <a:pt x="319271" y="0"/>
                      <a:pt x="0" y="319271"/>
                      <a:pt x="0" y="713137"/>
                    </a:cubicBezTo>
                    <a:cubicBezTo>
                      <a:pt x="0" y="1107003"/>
                      <a:pt x="319271" y="1426274"/>
                      <a:pt x="713137" y="1426274"/>
                    </a:cubicBezTo>
                    <a:cubicBezTo>
                      <a:pt x="1100623" y="1426274"/>
                      <a:pt x="1415867" y="1117258"/>
                      <a:pt x="1426047" y="732204"/>
                    </a:cubicBezTo>
                    <a:lnTo>
                      <a:pt x="904715" y="718303"/>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1109" name="Google Shape;1109;p61"/>
          <p:cNvSpPr txBox="1"/>
          <p:nvPr>
            <p:ph idx="1" type="subTitle"/>
          </p:nvPr>
        </p:nvSpPr>
        <p:spPr>
          <a:xfrm>
            <a:off x="4782450" y="2136475"/>
            <a:ext cx="4074600" cy="2315100"/>
          </a:xfrm>
          <a:prstGeom prst="rect">
            <a:avLst/>
          </a:prstGeom>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AutoNum type="arabicPeriod"/>
            </a:pPr>
            <a:r>
              <a:rPr lang="en"/>
              <a:t>Missing values in the "Customer Satisfaction" column are more common for customers with lower purchase amounts or negative experiences </a:t>
            </a:r>
            <a:r>
              <a:rPr b="1" lang="en"/>
              <a:t>(MNAR - Missing Not at Random)</a:t>
            </a:r>
            <a:r>
              <a:rPr lang="en"/>
              <a:t>.</a:t>
            </a:r>
            <a:endParaRPr b="1"/>
          </a:p>
          <a:p>
            <a:pPr indent="0" lvl="0" marL="0" rtl="0" algn="l">
              <a:spcBef>
                <a:spcPts val="0"/>
              </a:spcBef>
              <a:spcAft>
                <a:spcPts val="0"/>
              </a:spcAft>
              <a:buNone/>
            </a:pPr>
            <a:r>
              <a:t/>
            </a:r>
            <a:endParaRPr b="1"/>
          </a:p>
          <a:p>
            <a:pPr indent="0" lvl="0" marL="0" rtl="0" algn="l">
              <a:spcBef>
                <a:spcPts val="0"/>
              </a:spcBef>
              <a:spcAft>
                <a:spcPts val="0"/>
              </a:spcAft>
              <a:buNone/>
            </a:pPr>
            <a:r>
              <a:rPr b="1" lang="en"/>
              <a:t>Reason: </a:t>
            </a:r>
            <a:r>
              <a:rPr lang="en"/>
              <a:t>Missingness is related to unobserved data (e.g., customers with negative experiences are less likely to respond).</a:t>
            </a:r>
            <a:endParaRPr/>
          </a:p>
        </p:txBody>
      </p:sp>
      <p:pic>
        <p:nvPicPr>
          <p:cNvPr id="1110" name="Google Shape;1110;p61"/>
          <p:cNvPicPr preferRelativeResize="0"/>
          <p:nvPr/>
        </p:nvPicPr>
        <p:blipFill>
          <a:blip r:embed="rId3">
            <a:alphaModFix/>
          </a:blip>
          <a:stretch>
            <a:fillRect/>
          </a:stretch>
        </p:blipFill>
        <p:spPr>
          <a:xfrm>
            <a:off x="713225" y="1921249"/>
            <a:ext cx="3666925" cy="18143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4" name="Shape 1114"/>
        <p:cNvGrpSpPr/>
        <p:nvPr/>
      </p:nvGrpSpPr>
      <p:grpSpPr>
        <a:xfrm>
          <a:off x="0" y="0"/>
          <a:ext cx="0" cy="0"/>
          <a:chOff x="0" y="0"/>
          <a:chExt cx="0" cy="0"/>
        </a:xfrm>
      </p:grpSpPr>
      <p:sp>
        <p:nvSpPr>
          <p:cNvPr id="1115" name="Google Shape;1115;p62"/>
          <p:cNvSpPr txBox="1"/>
          <p:nvPr>
            <p:ph idx="1" type="subTitle"/>
          </p:nvPr>
        </p:nvSpPr>
        <p:spPr>
          <a:xfrm>
            <a:off x="694800" y="1077500"/>
            <a:ext cx="7754400" cy="42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t>Example 3: Customer Dataset (Missing Satisfaction Data)</a:t>
            </a:r>
            <a:endParaRPr b="1"/>
          </a:p>
        </p:txBody>
      </p:sp>
      <p:sp>
        <p:nvSpPr>
          <p:cNvPr id="1116" name="Google Shape;1116;p6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 3</a:t>
            </a:r>
            <a:endParaRPr/>
          </a:p>
        </p:txBody>
      </p:sp>
      <p:grpSp>
        <p:nvGrpSpPr>
          <p:cNvPr id="1117" name="Google Shape;1117;p62"/>
          <p:cNvGrpSpPr/>
          <p:nvPr/>
        </p:nvGrpSpPr>
        <p:grpSpPr>
          <a:xfrm>
            <a:off x="350755" y="4018677"/>
            <a:ext cx="902056" cy="901976"/>
            <a:chOff x="4246593" y="503852"/>
            <a:chExt cx="902056" cy="901976"/>
          </a:xfrm>
        </p:grpSpPr>
        <p:grpSp>
          <p:nvGrpSpPr>
            <p:cNvPr id="1118" name="Google Shape;1118;p62"/>
            <p:cNvGrpSpPr/>
            <p:nvPr/>
          </p:nvGrpSpPr>
          <p:grpSpPr>
            <a:xfrm>
              <a:off x="4246593" y="503900"/>
              <a:ext cx="901831" cy="901928"/>
              <a:chOff x="5998919" y="3270921"/>
              <a:chExt cx="1426046" cy="1426198"/>
            </a:xfrm>
          </p:grpSpPr>
          <p:sp>
            <p:nvSpPr>
              <p:cNvPr id="1119" name="Google Shape;1119;p62"/>
              <p:cNvSpPr/>
              <p:nvPr/>
            </p:nvSpPr>
            <p:spPr>
              <a:xfrm>
                <a:off x="5998919" y="3270921"/>
                <a:ext cx="713137" cy="713137"/>
              </a:xfrm>
              <a:custGeom>
                <a:rect b="b" l="l" r="r" t="t"/>
                <a:pathLst>
                  <a:path extrusionOk="0" h="713137" w="713137">
                    <a:moveTo>
                      <a:pt x="713137" y="521407"/>
                    </a:moveTo>
                    <a:lnTo>
                      <a:pt x="713137" y="0"/>
                    </a:lnTo>
                    <a:cubicBezTo>
                      <a:pt x="319271" y="0"/>
                      <a:pt x="0" y="319271"/>
                      <a:pt x="0" y="713137"/>
                    </a:cubicBezTo>
                    <a:lnTo>
                      <a:pt x="521408" y="713137"/>
                    </a:lnTo>
                    <a:cubicBezTo>
                      <a:pt x="521408" y="607245"/>
                      <a:pt x="607245" y="521407"/>
                      <a:pt x="713137" y="52140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0" name="Google Shape;1120;p62"/>
              <p:cNvSpPr/>
              <p:nvPr/>
            </p:nvSpPr>
            <p:spPr>
              <a:xfrm>
                <a:off x="5998919" y="3983982"/>
                <a:ext cx="1426046" cy="713137"/>
              </a:xfrm>
              <a:custGeom>
                <a:rect b="b" l="l" r="r" t="t"/>
                <a:pathLst>
                  <a:path extrusionOk="0" h="713137" w="1426046">
                    <a:moveTo>
                      <a:pt x="904715" y="5165"/>
                    </a:moveTo>
                    <a:cubicBezTo>
                      <a:pt x="901981" y="108702"/>
                      <a:pt x="817282" y="191730"/>
                      <a:pt x="713137" y="191730"/>
                    </a:cubicBezTo>
                    <a:cubicBezTo>
                      <a:pt x="607245" y="191730"/>
                      <a:pt x="521408" y="105892"/>
                      <a:pt x="521408" y="0"/>
                    </a:cubicBezTo>
                    <a:lnTo>
                      <a:pt x="0" y="0"/>
                    </a:lnTo>
                    <a:cubicBezTo>
                      <a:pt x="0" y="393866"/>
                      <a:pt x="319271" y="713137"/>
                      <a:pt x="713137" y="713137"/>
                    </a:cubicBezTo>
                    <a:cubicBezTo>
                      <a:pt x="1100623" y="713137"/>
                      <a:pt x="1415867" y="404121"/>
                      <a:pt x="1426047" y="19067"/>
                    </a:cubicBezTo>
                    <a:lnTo>
                      <a:pt x="904715" y="51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121" name="Google Shape;1121;p62"/>
            <p:cNvSpPr/>
            <p:nvPr/>
          </p:nvSpPr>
          <p:spPr>
            <a:xfrm>
              <a:off x="4783305" y="636091"/>
              <a:ext cx="365344" cy="330991"/>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2" name="Google Shape;1122;p62"/>
            <p:cNvSpPr/>
            <p:nvPr/>
          </p:nvSpPr>
          <p:spPr>
            <a:xfrm>
              <a:off x="4810784" y="788761"/>
              <a:ext cx="309659" cy="122566"/>
            </a:xfrm>
            <a:custGeom>
              <a:rect b="b" l="l" r="r" t="t"/>
              <a:pathLst>
                <a:path extrusionOk="0" h="193780" w="489579">
                  <a:moveTo>
                    <a:pt x="0" y="193781"/>
                  </a:moveTo>
                  <a:lnTo>
                    <a:pt x="48957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123" name="Google Shape;1123;p62"/>
            <p:cNvGrpSpPr/>
            <p:nvPr/>
          </p:nvGrpSpPr>
          <p:grpSpPr>
            <a:xfrm>
              <a:off x="4246593" y="503852"/>
              <a:ext cx="901928" cy="901976"/>
              <a:chOff x="5998919" y="3270845"/>
              <a:chExt cx="1426198" cy="1426274"/>
            </a:xfrm>
          </p:grpSpPr>
          <p:sp>
            <p:nvSpPr>
              <p:cNvPr id="1124" name="Google Shape;1124;p62"/>
              <p:cNvSpPr/>
              <p:nvPr/>
            </p:nvSpPr>
            <p:spPr>
              <a:xfrm>
                <a:off x="6712056" y="3270845"/>
                <a:ext cx="504239" cy="577619"/>
              </a:xfrm>
              <a:custGeom>
                <a:rect b="b" l="l" r="r" t="t"/>
                <a:pathLst>
                  <a:path extrusionOk="0" h="577619" w="504239">
                    <a:moveTo>
                      <a:pt x="135518" y="577620"/>
                    </a:moveTo>
                    <a:lnTo>
                      <a:pt x="504240" y="208897"/>
                    </a:lnTo>
                    <a:cubicBezTo>
                      <a:pt x="375179" y="79837"/>
                      <a:pt x="196895" y="0"/>
                      <a:pt x="0" y="0"/>
                    </a:cubicBezTo>
                    <a:lnTo>
                      <a:pt x="0" y="521408"/>
                    </a:lnTo>
                    <a:cubicBezTo>
                      <a:pt x="52946" y="521483"/>
                      <a:pt x="100879" y="542905"/>
                      <a:pt x="135518" y="57762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5" name="Google Shape;1125;p62"/>
              <p:cNvSpPr/>
              <p:nvPr/>
            </p:nvSpPr>
            <p:spPr>
              <a:xfrm>
                <a:off x="6847498" y="3479895"/>
                <a:ext cx="577619" cy="523306"/>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6" name="Google Shape;1126;p62"/>
              <p:cNvSpPr/>
              <p:nvPr/>
            </p:nvSpPr>
            <p:spPr>
              <a:xfrm>
                <a:off x="5998919" y="3270845"/>
                <a:ext cx="1426046" cy="1426274"/>
              </a:xfrm>
              <a:custGeom>
                <a:rect b="b" l="l" r="r" t="t"/>
                <a:pathLst>
                  <a:path extrusionOk="0" h="1426274" w="1426046">
                    <a:moveTo>
                      <a:pt x="904715" y="718303"/>
                    </a:moveTo>
                    <a:cubicBezTo>
                      <a:pt x="901981" y="821840"/>
                      <a:pt x="817282" y="904867"/>
                      <a:pt x="713137" y="904867"/>
                    </a:cubicBezTo>
                    <a:cubicBezTo>
                      <a:pt x="607245" y="904867"/>
                      <a:pt x="521408" y="819029"/>
                      <a:pt x="521408" y="713137"/>
                    </a:cubicBezTo>
                    <a:cubicBezTo>
                      <a:pt x="521408" y="607245"/>
                      <a:pt x="607245" y="521408"/>
                      <a:pt x="713137" y="521408"/>
                    </a:cubicBezTo>
                    <a:lnTo>
                      <a:pt x="713137" y="0"/>
                    </a:lnTo>
                    <a:cubicBezTo>
                      <a:pt x="319271" y="0"/>
                      <a:pt x="0" y="319271"/>
                      <a:pt x="0" y="713137"/>
                    </a:cubicBezTo>
                    <a:cubicBezTo>
                      <a:pt x="0" y="1107003"/>
                      <a:pt x="319271" y="1426274"/>
                      <a:pt x="713137" y="1426274"/>
                    </a:cubicBezTo>
                    <a:cubicBezTo>
                      <a:pt x="1100623" y="1426274"/>
                      <a:pt x="1415867" y="1117258"/>
                      <a:pt x="1426047" y="732204"/>
                    </a:cubicBezTo>
                    <a:lnTo>
                      <a:pt x="904715" y="718303"/>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1127" name="Google Shape;1127;p62"/>
          <p:cNvSpPr txBox="1"/>
          <p:nvPr>
            <p:ph idx="1" type="subTitle"/>
          </p:nvPr>
        </p:nvSpPr>
        <p:spPr>
          <a:xfrm>
            <a:off x="4429450" y="1576350"/>
            <a:ext cx="4427700" cy="1665000"/>
          </a:xfrm>
          <a:prstGeom prst="rect">
            <a:avLst/>
          </a:prstGeom>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AutoNum type="arabicPeriod" startAt="2"/>
            </a:pPr>
            <a:r>
              <a:rPr lang="en"/>
              <a:t>Handle missing values using </a:t>
            </a:r>
            <a:r>
              <a:rPr b="1" lang="en"/>
              <a:t>Listwise Deletion</a:t>
            </a:r>
            <a:r>
              <a:rPr lang="en"/>
              <a:t>: </a:t>
            </a:r>
            <a:r>
              <a:rPr lang="en"/>
              <a:t>Remove rows where "Customer Satisfaction" is missing.</a:t>
            </a:r>
            <a:r>
              <a:rPr lang="en"/>
              <a:t> This is a simple approach but should only be used if the missing data is minimal and does not bias the remaining dataset.</a:t>
            </a:r>
            <a:endParaRPr>
              <a:highlight>
                <a:schemeClr val="dk2"/>
              </a:highlight>
            </a:endParaRPr>
          </a:p>
        </p:txBody>
      </p:sp>
      <p:pic>
        <p:nvPicPr>
          <p:cNvPr id="1128" name="Google Shape;1128;p62"/>
          <p:cNvPicPr preferRelativeResize="0"/>
          <p:nvPr/>
        </p:nvPicPr>
        <p:blipFill>
          <a:blip r:embed="rId3">
            <a:alphaModFix/>
          </a:blip>
          <a:stretch>
            <a:fillRect/>
          </a:stretch>
        </p:blipFill>
        <p:spPr>
          <a:xfrm>
            <a:off x="713225" y="1921249"/>
            <a:ext cx="3666925" cy="1814350"/>
          </a:xfrm>
          <a:prstGeom prst="rect">
            <a:avLst/>
          </a:prstGeom>
          <a:noFill/>
          <a:ln>
            <a:noFill/>
          </a:ln>
        </p:spPr>
      </p:pic>
      <p:pic>
        <p:nvPicPr>
          <p:cNvPr id="1129" name="Google Shape;1129;p62"/>
          <p:cNvPicPr preferRelativeResize="0"/>
          <p:nvPr/>
        </p:nvPicPr>
        <p:blipFill>
          <a:blip r:embed="rId4">
            <a:alphaModFix/>
          </a:blip>
          <a:stretch>
            <a:fillRect/>
          </a:stretch>
        </p:blipFill>
        <p:spPr>
          <a:xfrm>
            <a:off x="4181975" y="3856625"/>
            <a:ext cx="4675163" cy="11396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3" name="Shape 1133"/>
        <p:cNvGrpSpPr/>
        <p:nvPr/>
      </p:nvGrpSpPr>
      <p:grpSpPr>
        <a:xfrm>
          <a:off x="0" y="0"/>
          <a:ext cx="0" cy="0"/>
          <a:chOff x="0" y="0"/>
          <a:chExt cx="0" cy="0"/>
        </a:xfrm>
      </p:grpSpPr>
      <p:sp>
        <p:nvSpPr>
          <p:cNvPr id="1134" name="Google Shape;1134;p63"/>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Outliers</a:t>
            </a:r>
            <a:endParaRPr/>
          </a:p>
        </p:txBody>
      </p:sp>
      <p:sp>
        <p:nvSpPr>
          <p:cNvPr id="1135" name="Google Shape;1135;p63"/>
          <p:cNvSpPr txBox="1"/>
          <p:nvPr>
            <p:ph idx="1" type="subTitle"/>
          </p:nvPr>
        </p:nvSpPr>
        <p:spPr>
          <a:xfrm>
            <a:off x="3780475" y="707450"/>
            <a:ext cx="4794000" cy="16572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a:t>Outliers are extreme data values that do not fit with the general pattern of the data. They can come from extreme events or from mistakes in the data collection.</a:t>
            </a:r>
            <a:endParaRPr/>
          </a:p>
          <a:p>
            <a:pPr indent="0" lvl="0" marL="0" rtl="0" algn="just">
              <a:spcBef>
                <a:spcPts val="0"/>
              </a:spcBef>
              <a:spcAft>
                <a:spcPts val="0"/>
              </a:spcAft>
              <a:buNone/>
            </a:pPr>
            <a:r>
              <a:t/>
            </a:r>
            <a:endParaRPr/>
          </a:p>
          <a:p>
            <a:pPr indent="0" lvl="0" marL="0" rtl="0" algn="just">
              <a:spcBef>
                <a:spcPts val="0"/>
              </a:spcBef>
              <a:spcAft>
                <a:spcPts val="0"/>
              </a:spcAft>
              <a:buNone/>
            </a:pPr>
            <a:r>
              <a:rPr b="1" lang="en"/>
              <a:t>Detecting Outliers:</a:t>
            </a:r>
            <a:endParaRPr b="1"/>
          </a:p>
          <a:p>
            <a:pPr indent="-317500" lvl="0" marL="457200" rtl="0" algn="just">
              <a:spcBef>
                <a:spcPts val="0"/>
              </a:spcBef>
              <a:spcAft>
                <a:spcPts val="0"/>
              </a:spcAft>
              <a:buSzPts val="1400"/>
              <a:buChar char="●"/>
            </a:pPr>
            <a:r>
              <a:rPr lang="en"/>
              <a:t>Interquartile Range and Boxplot</a:t>
            </a:r>
            <a:endParaRPr/>
          </a:p>
        </p:txBody>
      </p:sp>
      <p:grpSp>
        <p:nvGrpSpPr>
          <p:cNvPr id="1136" name="Google Shape;1136;p63"/>
          <p:cNvGrpSpPr/>
          <p:nvPr/>
        </p:nvGrpSpPr>
        <p:grpSpPr>
          <a:xfrm>
            <a:off x="720004" y="3261063"/>
            <a:ext cx="1689042" cy="1031912"/>
            <a:chOff x="3577367" y="1677509"/>
            <a:chExt cx="1393254" cy="851132"/>
          </a:xfrm>
        </p:grpSpPr>
        <p:sp>
          <p:nvSpPr>
            <p:cNvPr id="1137" name="Google Shape;1137;p63"/>
            <p:cNvSpPr/>
            <p:nvPr/>
          </p:nvSpPr>
          <p:spPr>
            <a:xfrm>
              <a:off x="3605409" y="1677509"/>
              <a:ext cx="1365212" cy="851132"/>
            </a:xfrm>
            <a:custGeom>
              <a:rect b="b" l="l" r="r" t="t"/>
              <a:pathLst>
                <a:path extrusionOk="0" h="1764004" w="2829455">
                  <a:moveTo>
                    <a:pt x="2699484" y="1764004"/>
                  </a:moveTo>
                  <a:lnTo>
                    <a:pt x="129972" y="1764004"/>
                  </a:lnTo>
                  <a:cubicBezTo>
                    <a:pt x="58187" y="1764004"/>
                    <a:pt x="0" y="1705817"/>
                    <a:pt x="0" y="1634032"/>
                  </a:cubicBezTo>
                  <a:lnTo>
                    <a:pt x="0" y="129972"/>
                  </a:lnTo>
                  <a:cubicBezTo>
                    <a:pt x="0" y="58187"/>
                    <a:pt x="58187" y="0"/>
                    <a:pt x="129972" y="0"/>
                  </a:cubicBezTo>
                  <a:lnTo>
                    <a:pt x="2699484" y="0"/>
                  </a:lnTo>
                  <a:cubicBezTo>
                    <a:pt x="2771268" y="0"/>
                    <a:pt x="2829456" y="58187"/>
                    <a:pt x="2829456" y="129972"/>
                  </a:cubicBezTo>
                  <a:lnTo>
                    <a:pt x="2829456" y="1634032"/>
                  </a:lnTo>
                  <a:cubicBezTo>
                    <a:pt x="2829379" y="1705817"/>
                    <a:pt x="2771192" y="1764004"/>
                    <a:pt x="2699484" y="1764004"/>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8" name="Google Shape;1138;p63"/>
            <p:cNvSpPr/>
            <p:nvPr/>
          </p:nvSpPr>
          <p:spPr>
            <a:xfrm>
              <a:off x="4660956" y="2269904"/>
              <a:ext cx="172521" cy="33830"/>
            </a:xfrm>
            <a:custGeom>
              <a:rect b="b" l="l" r="r" t="t"/>
              <a:pathLst>
                <a:path extrusionOk="0" h="70113" w="357556">
                  <a:moveTo>
                    <a:pt x="0" y="0"/>
                  </a:moveTo>
                  <a:lnTo>
                    <a:pt x="357556" y="0"/>
                  </a:lnTo>
                  <a:lnTo>
                    <a:pt x="357556" y="70113"/>
                  </a:lnTo>
                  <a:lnTo>
                    <a:pt x="0" y="70113"/>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9" name="Google Shape;1139;p63"/>
            <p:cNvSpPr/>
            <p:nvPr/>
          </p:nvSpPr>
          <p:spPr>
            <a:xfrm>
              <a:off x="4660956" y="2102017"/>
              <a:ext cx="172520" cy="127878"/>
            </a:xfrm>
            <a:custGeom>
              <a:rect b="b" l="l" r="r" t="t"/>
              <a:pathLst>
                <a:path extrusionOk="0" h="265033" w="357555">
                  <a:moveTo>
                    <a:pt x="294583" y="265034"/>
                  </a:moveTo>
                  <a:lnTo>
                    <a:pt x="62973" y="265034"/>
                  </a:lnTo>
                  <a:cubicBezTo>
                    <a:pt x="28182" y="265034"/>
                    <a:pt x="0" y="236851"/>
                    <a:pt x="0" y="202061"/>
                  </a:cubicBezTo>
                  <a:lnTo>
                    <a:pt x="0" y="62973"/>
                  </a:lnTo>
                  <a:cubicBezTo>
                    <a:pt x="0" y="28182"/>
                    <a:pt x="28182" y="0"/>
                    <a:pt x="62973" y="0"/>
                  </a:cubicBezTo>
                  <a:lnTo>
                    <a:pt x="294583" y="0"/>
                  </a:lnTo>
                  <a:cubicBezTo>
                    <a:pt x="329374" y="0"/>
                    <a:pt x="357556" y="28182"/>
                    <a:pt x="357556" y="62973"/>
                  </a:cubicBezTo>
                  <a:lnTo>
                    <a:pt x="357556" y="202061"/>
                  </a:lnTo>
                  <a:cubicBezTo>
                    <a:pt x="357556" y="236851"/>
                    <a:pt x="329374" y="265034"/>
                    <a:pt x="294583" y="265034"/>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0" name="Google Shape;1140;p63"/>
            <p:cNvSpPr/>
            <p:nvPr/>
          </p:nvSpPr>
          <p:spPr>
            <a:xfrm>
              <a:off x="4660956" y="2337139"/>
              <a:ext cx="110506" cy="3665"/>
            </a:xfrm>
            <a:custGeom>
              <a:rect b="b" l="l" r="r" t="t"/>
              <a:pathLst>
                <a:path extrusionOk="0" h="7596" w="229027">
                  <a:moveTo>
                    <a:pt x="0" y="0"/>
                  </a:moveTo>
                  <a:lnTo>
                    <a:pt x="229027"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1" name="Google Shape;1141;p63"/>
            <p:cNvSpPr/>
            <p:nvPr/>
          </p:nvSpPr>
          <p:spPr>
            <a:xfrm>
              <a:off x="4660956" y="2359661"/>
              <a:ext cx="110506" cy="3665"/>
            </a:xfrm>
            <a:custGeom>
              <a:rect b="b" l="l" r="r" t="t"/>
              <a:pathLst>
                <a:path extrusionOk="0" h="7596" w="229027">
                  <a:moveTo>
                    <a:pt x="0" y="0"/>
                  </a:moveTo>
                  <a:lnTo>
                    <a:pt x="229027"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2" name="Google Shape;1142;p63"/>
            <p:cNvSpPr/>
            <p:nvPr/>
          </p:nvSpPr>
          <p:spPr>
            <a:xfrm>
              <a:off x="4660956" y="2382146"/>
              <a:ext cx="110506" cy="3665"/>
            </a:xfrm>
            <a:custGeom>
              <a:rect b="b" l="l" r="r" t="t"/>
              <a:pathLst>
                <a:path extrusionOk="0" h="7596" w="229027">
                  <a:moveTo>
                    <a:pt x="0" y="0"/>
                  </a:moveTo>
                  <a:lnTo>
                    <a:pt x="229027"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3" name="Google Shape;1143;p63"/>
            <p:cNvSpPr/>
            <p:nvPr/>
          </p:nvSpPr>
          <p:spPr>
            <a:xfrm>
              <a:off x="4561547" y="1677509"/>
              <a:ext cx="3665" cy="851131"/>
            </a:xfrm>
            <a:custGeom>
              <a:rect b="b" l="l" r="r" t="t"/>
              <a:pathLst>
                <a:path extrusionOk="0" h="1764003" w="7596">
                  <a:moveTo>
                    <a:pt x="0" y="0"/>
                  </a:moveTo>
                  <a:lnTo>
                    <a:pt x="0" y="1764004"/>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4" name="Google Shape;1144;p63"/>
            <p:cNvSpPr/>
            <p:nvPr/>
          </p:nvSpPr>
          <p:spPr>
            <a:xfrm>
              <a:off x="4402508" y="1677509"/>
              <a:ext cx="3665" cy="851131"/>
            </a:xfrm>
            <a:custGeom>
              <a:rect b="b" l="l" r="r" t="t"/>
              <a:pathLst>
                <a:path extrusionOk="0" h="1764003" w="7596">
                  <a:moveTo>
                    <a:pt x="0" y="0"/>
                  </a:moveTo>
                  <a:lnTo>
                    <a:pt x="0" y="1764004"/>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5" name="Google Shape;1145;p63"/>
            <p:cNvSpPr/>
            <p:nvPr/>
          </p:nvSpPr>
          <p:spPr>
            <a:xfrm>
              <a:off x="4243504" y="1677509"/>
              <a:ext cx="3665" cy="851131"/>
            </a:xfrm>
            <a:custGeom>
              <a:rect b="b" l="l" r="r" t="t"/>
              <a:pathLst>
                <a:path extrusionOk="0" h="1764003" w="7596">
                  <a:moveTo>
                    <a:pt x="0" y="0"/>
                  </a:moveTo>
                  <a:lnTo>
                    <a:pt x="0" y="1764004"/>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6" name="Google Shape;1146;p63"/>
            <p:cNvSpPr/>
            <p:nvPr/>
          </p:nvSpPr>
          <p:spPr>
            <a:xfrm>
              <a:off x="4084465" y="1677509"/>
              <a:ext cx="3665" cy="851131"/>
            </a:xfrm>
            <a:custGeom>
              <a:rect b="b" l="l" r="r" t="t"/>
              <a:pathLst>
                <a:path extrusionOk="0" h="1764003" w="7596">
                  <a:moveTo>
                    <a:pt x="0" y="0"/>
                  </a:moveTo>
                  <a:lnTo>
                    <a:pt x="0" y="1764004"/>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7" name="Google Shape;1147;p63"/>
            <p:cNvSpPr/>
            <p:nvPr/>
          </p:nvSpPr>
          <p:spPr>
            <a:xfrm>
              <a:off x="3925425" y="1677509"/>
              <a:ext cx="3665" cy="851131"/>
            </a:xfrm>
            <a:custGeom>
              <a:rect b="b" l="l" r="r" t="t"/>
              <a:pathLst>
                <a:path extrusionOk="0" h="1764003" w="7596">
                  <a:moveTo>
                    <a:pt x="0" y="0"/>
                  </a:moveTo>
                  <a:lnTo>
                    <a:pt x="0" y="1764004"/>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8" name="Google Shape;1148;p63"/>
            <p:cNvSpPr/>
            <p:nvPr/>
          </p:nvSpPr>
          <p:spPr>
            <a:xfrm>
              <a:off x="3766423" y="1677509"/>
              <a:ext cx="3665" cy="851131"/>
            </a:xfrm>
            <a:custGeom>
              <a:rect b="b" l="l" r="r" t="t"/>
              <a:pathLst>
                <a:path extrusionOk="0" h="1764003" w="7596">
                  <a:moveTo>
                    <a:pt x="0" y="0"/>
                  </a:moveTo>
                  <a:lnTo>
                    <a:pt x="0" y="1764004"/>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9" name="Google Shape;1149;p63"/>
            <p:cNvSpPr/>
            <p:nvPr/>
          </p:nvSpPr>
          <p:spPr>
            <a:xfrm>
              <a:off x="3605409" y="1916202"/>
              <a:ext cx="958485" cy="400277"/>
            </a:xfrm>
            <a:custGeom>
              <a:rect b="b" l="l" r="r" t="t"/>
              <a:pathLst>
                <a:path extrusionOk="0" h="829589" w="1986498">
                  <a:moveTo>
                    <a:pt x="0" y="607196"/>
                  </a:moveTo>
                  <a:lnTo>
                    <a:pt x="299065" y="409465"/>
                  </a:lnTo>
                  <a:cubicBezTo>
                    <a:pt x="320486" y="395336"/>
                    <a:pt x="348289" y="395716"/>
                    <a:pt x="369330" y="410377"/>
                  </a:cubicBezTo>
                  <a:lnTo>
                    <a:pt x="590229" y="565112"/>
                  </a:lnTo>
                  <a:cubicBezTo>
                    <a:pt x="621754" y="587142"/>
                    <a:pt x="665508" y="575747"/>
                    <a:pt x="682220" y="541184"/>
                  </a:cubicBezTo>
                  <a:lnTo>
                    <a:pt x="926896" y="35273"/>
                  </a:lnTo>
                  <a:cubicBezTo>
                    <a:pt x="951508" y="-15622"/>
                    <a:pt x="1025647" y="-10228"/>
                    <a:pt x="1042663" y="43629"/>
                  </a:cubicBezTo>
                  <a:lnTo>
                    <a:pt x="1277084" y="785936"/>
                  </a:lnTo>
                  <a:cubicBezTo>
                    <a:pt x="1294251" y="840401"/>
                    <a:pt x="1369454" y="845111"/>
                    <a:pt x="1393306" y="793228"/>
                  </a:cubicBezTo>
                  <a:lnTo>
                    <a:pt x="1610635" y="321424"/>
                  </a:lnTo>
                  <a:cubicBezTo>
                    <a:pt x="1630765" y="277670"/>
                    <a:pt x="1690776" y="272277"/>
                    <a:pt x="1718426" y="311701"/>
                  </a:cubicBezTo>
                  <a:lnTo>
                    <a:pt x="1986499" y="693793"/>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0" name="Google Shape;1150;p63"/>
            <p:cNvSpPr/>
            <p:nvPr/>
          </p:nvSpPr>
          <p:spPr>
            <a:xfrm>
              <a:off x="3972662" y="2024069"/>
              <a:ext cx="45595" cy="45595"/>
            </a:xfrm>
            <a:custGeom>
              <a:rect b="b" l="l" r="r" t="t"/>
              <a:pathLst>
                <a:path extrusionOk="0" h="94497" w="94497">
                  <a:moveTo>
                    <a:pt x="94497" y="47249"/>
                  </a:moveTo>
                  <a:cubicBezTo>
                    <a:pt x="94497" y="73344"/>
                    <a:pt x="73343" y="94498"/>
                    <a:pt x="47249" y="94498"/>
                  </a:cubicBezTo>
                  <a:cubicBezTo>
                    <a:pt x="21154" y="94498"/>
                    <a:pt x="0" y="73344"/>
                    <a:pt x="0" y="47249"/>
                  </a:cubicBezTo>
                  <a:cubicBezTo>
                    <a:pt x="0" y="21154"/>
                    <a:pt x="21154" y="0"/>
                    <a:pt x="47249" y="0"/>
                  </a:cubicBezTo>
                  <a:cubicBezTo>
                    <a:pt x="73343" y="0"/>
                    <a:pt x="94497" y="21154"/>
                    <a:pt x="94497" y="4724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1" name="Google Shape;1151;p63"/>
            <p:cNvSpPr/>
            <p:nvPr/>
          </p:nvSpPr>
          <p:spPr>
            <a:xfrm>
              <a:off x="3664089" y="1827628"/>
              <a:ext cx="317443" cy="189754"/>
            </a:xfrm>
            <a:custGeom>
              <a:rect b="b" l="l" r="r" t="t"/>
              <a:pathLst>
                <a:path extrusionOk="0" h="393272" w="657912">
                  <a:moveTo>
                    <a:pt x="622286" y="386954"/>
                  </a:moveTo>
                  <a:lnTo>
                    <a:pt x="552324" y="315397"/>
                  </a:lnTo>
                  <a:lnTo>
                    <a:pt x="50059" y="315397"/>
                  </a:lnTo>
                  <a:cubicBezTo>
                    <a:pt x="22409" y="315397"/>
                    <a:pt x="0" y="292988"/>
                    <a:pt x="0" y="265337"/>
                  </a:cubicBezTo>
                  <a:lnTo>
                    <a:pt x="0" y="50059"/>
                  </a:lnTo>
                  <a:cubicBezTo>
                    <a:pt x="0" y="22409"/>
                    <a:pt x="22409" y="0"/>
                    <a:pt x="50059" y="0"/>
                  </a:cubicBezTo>
                  <a:lnTo>
                    <a:pt x="607853" y="0"/>
                  </a:lnTo>
                  <a:cubicBezTo>
                    <a:pt x="635503" y="0"/>
                    <a:pt x="657912" y="22409"/>
                    <a:pt x="657912" y="50059"/>
                  </a:cubicBezTo>
                  <a:lnTo>
                    <a:pt x="657912" y="315397"/>
                  </a:lnTo>
                  <a:lnTo>
                    <a:pt x="657912" y="372445"/>
                  </a:lnTo>
                  <a:cubicBezTo>
                    <a:pt x="657912" y="391056"/>
                    <a:pt x="635275" y="400323"/>
                    <a:pt x="622286" y="386954"/>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2" name="Google Shape;1152;p63"/>
            <p:cNvSpPr/>
            <p:nvPr/>
          </p:nvSpPr>
          <p:spPr>
            <a:xfrm>
              <a:off x="3577367" y="2429163"/>
              <a:ext cx="53842" cy="3665"/>
            </a:xfrm>
            <a:custGeom>
              <a:rect b="b" l="l" r="r" t="t"/>
              <a:pathLst>
                <a:path extrusionOk="0" h="7596" w="111589">
                  <a:moveTo>
                    <a:pt x="0" y="0"/>
                  </a:moveTo>
                  <a:lnTo>
                    <a:pt x="11158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3" name="Google Shape;1153;p63"/>
            <p:cNvSpPr/>
            <p:nvPr/>
          </p:nvSpPr>
          <p:spPr>
            <a:xfrm>
              <a:off x="3577367" y="2318238"/>
              <a:ext cx="53842" cy="3665"/>
            </a:xfrm>
            <a:custGeom>
              <a:rect b="b" l="l" r="r" t="t"/>
              <a:pathLst>
                <a:path extrusionOk="0" h="7596" w="111589">
                  <a:moveTo>
                    <a:pt x="0" y="0"/>
                  </a:moveTo>
                  <a:lnTo>
                    <a:pt x="11158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4" name="Google Shape;1154;p63"/>
            <p:cNvSpPr/>
            <p:nvPr/>
          </p:nvSpPr>
          <p:spPr>
            <a:xfrm>
              <a:off x="3577367" y="2207348"/>
              <a:ext cx="53842" cy="3665"/>
            </a:xfrm>
            <a:custGeom>
              <a:rect b="b" l="l" r="r" t="t"/>
              <a:pathLst>
                <a:path extrusionOk="0" h="7596" w="111589">
                  <a:moveTo>
                    <a:pt x="0" y="0"/>
                  </a:moveTo>
                  <a:lnTo>
                    <a:pt x="11158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5" name="Google Shape;1155;p63"/>
            <p:cNvSpPr/>
            <p:nvPr/>
          </p:nvSpPr>
          <p:spPr>
            <a:xfrm>
              <a:off x="3577367" y="2096423"/>
              <a:ext cx="53842" cy="3665"/>
            </a:xfrm>
            <a:custGeom>
              <a:rect b="b" l="l" r="r" t="t"/>
              <a:pathLst>
                <a:path extrusionOk="0" h="7596" w="111589">
                  <a:moveTo>
                    <a:pt x="0" y="0"/>
                  </a:moveTo>
                  <a:lnTo>
                    <a:pt x="11158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6" name="Google Shape;1156;p63"/>
            <p:cNvSpPr/>
            <p:nvPr/>
          </p:nvSpPr>
          <p:spPr>
            <a:xfrm>
              <a:off x="3577367" y="1985534"/>
              <a:ext cx="53842" cy="3665"/>
            </a:xfrm>
            <a:custGeom>
              <a:rect b="b" l="l" r="r" t="t"/>
              <a:pathLst>
                <a:path extrusionOk="0" h="7596" w="111589">
                  <a:moveTo>
                    <a:pt x="0" y="0"/>
                  </a:moveTo>
                  <a:lnTo>
                    <a:pt x="11158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7" name="Google Shape;1157;p63"/>
            <p:cNvSpPr/>
            <p:nvPr/>
          </p:nvSpPr>
          <p:spPr>
            <a:xfrm>
              <a:off x="3577367" y="1874608"/>
              <a:ext cx="53842" cy="3665"/>
            </a:xfrm>
            <a:custGeom>
              <a:rect b="b" l="l" r="r" t="t"/>
              <a:pathLst>
                <a:path extrusionOk="0" h="7596" w="111589">
                  <a:moveTo>
                    <a:pt x="0" y="0"/>
                  </a:moveTo>
                  <a:lnTo>
                    <a:pt x="11158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8" name="Google Shape;1158;p63"/>
            <p:cNvSpPr/>
            <p:nvPr/>
          </p:nvSpPr>
          <p:spPr>
            <a:xfrm>
              <a:off x="3577367" y="1763720"/>
              <a:ext cx="53842" cy="3665"/>
            </a:xfrm>
            <a:custGeom>
              <a:rect b="b" l="l" r="r" t="t"/>
              <a:pathLst>
                <a:path extrusionOk="0" h="7596" w="111589">
                  <a:moveTo>
                    <a:pt x="0" y="0"/>
                  </a:moveTo>
                  <a:lnTo>
                    <a:pt x="11158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9" name="Google Shape;1159;p63"/>
            <p:cNvSpPr/>
            <p:nvPr/>
          </p:nvSpPr>
          <p:spPr>
            <a:xfrm>
              <a:off x="4293447" y="2127573"/>
              <a:ext cx="83273" cy="83273"/>
            </a:xfrm>
            <a:custGeom>
              <a:rect b="b" l="l" r="r" t="t"/>
              <a:pathLst>
                <a:path extrusionOk="0" h="172587" w="172587">
                  <a:moveTo>
                    <a:pt x="172587" y="86294"/>
                  </a:moveTo>
                  <a:cubicBezTo>
                    <a:pt x="172587" y="133952"/>
                    <a:pt x="133952" y="172587"/>
                    <a:pt x="86293" y="172587"/>
                  </a:cubicBezTo>
                  <a:cubicBezTo>
                    <a:pt x="38635" y="172587"/>
                    <a:pt x="0" y="133952"/>
                    <a:pt x="0" y="86294"/>
                  </a:cubicBezTo>
                  <a:cubicBezTo>
                    <a:pt x="0" y="38635"/>
                    <a:pt x="38635" y="0"/>
                    <a:pt x="86293" y="0"/>
                  </a:cubicBezTo>
                  <a:cubicBezTo>
                    <a:pt x="133952" y="0"/>
                    <a:pt x="172587" y="38635"/>
                    <a:pt x="172587" y="86294"/>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60" name="Google Shape;1160;p63"/>
            <p:cNvSpPr/>
            <p:nvPr/>
          </p:nvSpPr>
          <p:spPr>
            <a:xfrm>
              <a:off x="4561547" y="1738602"/>
              <a:ext cx="406653" cy="3665"/>
            </a:xfrm>
            <a:custGeom>
              <a:rect b="b" l="l" r="r" t="t"/>
              <a:pathLst>
                <a:path extrusionOk="0" h="7596" w="842805">
                  <a:moveTo>
                    <a:pt x="842805" y="0"/>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161" name="Google Shape;1161;p63"/>
          <p:cNvGrpSpPr/>
          <p:nvPr/>
        </p:nvGrpSpPr>
        <p:grpSpPr>
          <a:xfrm>
            <a:off x="1611167" y="1574806"/>
            <a:ext cx="1518587" cy="1233056"/>
            <a:chOff x="7329141" y="362469"/>
            <a:chExt cx="1022136" cy="829949"/>
          </a:xfrm>
        </p:grpSpPr>
        <p:sp>
          <p:nvSpPr>
            <p:cNvPr id="1162" name="Google Shape;1162;p63"/>
            <p:cNvSpPr/>
            <p:nvPr/>
          </p:nvSpPr>
          <p:spPr>
            <a:xfrm>
              <a:off x="7329141" y="362469"/>
              <a:ext cx="1022136" cy="829949"/>
            </a:xfrm>
            <a:custGeom>
              <a:rect b="b" l="l" r="r" t="t"/>
              <a:pathLst>
                <a:path extrusionOk="0" h="1544092" w="1901648">
                  <a:moveTo>
                    <a:pt x="1770840" y="1544092"/>
                  </a:moveTo>
                  <a:lnTo>
                    <a:pt x="130807" y="1544092"/>
                  </a:lnTo>
                  <a:cubicBezTo>
                    <a:pt x="58567" y="1544092"/>
                    <a:pt x="0" y="1485525"/>
                    <a:pt x="0" y="1413285"/>
                  </a:cubicBezTo>
                  <a:lnTo>
                    <a:pt x="0" y="130808"/>
                  </a:lnTo>
                  <a:cubicBezTo>
                    <a:pt x="0" y="58567"/>
                    <a:pt x="58567" y="0"/>
                    <a:pt x="130807" y="0"/>
                  </a:cubicBezTo>
                  <a:lnTo>
                    <a:pt x="1770840" y="0"/>
                  </a:lnTo>
                  <a:cubicBezTo>
                    <a:pt x="1843081" y="0"/>
                    <a:pt x="1901648" y="58567"/>
                    <a:pt x="1901648" y="130808"/>
                  </a:cubicBezTo>
                  <a:lnTo>
                    <a:pt x="1901648" y="1413285"/>
                  </a:lnTo>
                  <a:cubicBezTo>
                    <a:pt x="1901648" y="1485449"/>
                    <a:pt x="1843081" y="1544092"/>
                    <a:pt x="1770840" y="1544092"/>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63" name="Google Shape;1163;p63"/>
            <p:cNvSpPr/>
            <p:nvPr/>
          </p:nvSpPr>
          <p:spPr>
            <a:xfrm>
              <a:off x="7479397" y="507863"/>
              <a:ext cx="275724" cy="489918"/>
            </a:xfrm>
            <a:custGeom>
              <a:rect b="b" l="l" r="r" t="t"/>
              <a:pathLst>
                <a:path extrusionOk="0" h="911475" w="512975">
                  <a:moveTo>
                    <a:pt x="512976" y="0"/>
                  </a:moveTo>
                  <a:cubicBezTo>
                    <a:pt x="229635" y="0"/>
                    <a:pt x="0" y="229635"/>
                    <a:pt x="0" y="512976"/>
                  </a:cubicBezTo>
                  <a:cubicBezTo>
                    <a:pt x="0" y="673864"/>
                    <a:pt x="74064" y="817434"/>
                    <a:pt x="189983" y="911476"/>
                  </a:cubicBezTo>
                  <a:lnTo>
                    <a:pt x="512976" y="512976"/>
                  </a:lnTo>
                  <a:lnTo>
                    <a:pt x="512976"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164" name="Google Shape;1164;p63"/>
            <p:cNvGrpSpPr/>
            <p:nvPr/>
          </p:nvGrpSpPr>
          <p:grpSpPr>
            <a:xfrm>
              <a:off x="7581570" y="507863"/>
              <a:ext cx="449624" cy="551756"/>
              <a:chOff x="6727477" y="1096947"/>
              <a:chExt cx="836044" cy="1025951"/>
            </a:xfrm>
          </p:grpSpPr>
          <p:sp>
            <p:nvSpPr>
              <p:cNvPr id="1165" name="Google Shape;1165;p63"/>
              <p:cNvSpPr/>
              <p:nvPr/>
            </p:nvSpPr>
            <p:spPr>
              <a:xfrm>
                <a:off x="7050546" y="1096947"/>
                <a:ext cx="512975" cy="1014176"/>
              </a:xfrm>
              <a:custGeom>
                <a:rect b="b" l="l" r="r" t="t"/>
                <a:pathLst>
                  <a:path extrusionOk="0" h="1014176" w="512975">
                    <a:moveTo>
                      <a:pt x="512976" y="512976"/>
                    </a:moveTo>
                    <a:cubicBezTo>
                      <a:pt x="512976" y="229635"/>
                      <a:pt x="283341" y="0"/>
                      <a:pt x="0" y="0"/>
                    </a:cubicBezTo>
                    <a:lnTo>
                      <a:pt x="0" y="512976"/>
                    </a:lnTo>
                    <a:lnTo>
                      <a:pt x="109538" y="1014177"/>
                    </a:lnTo>
                    <a:cubicBezTo>
                      <a:pt x="340161" y="963966"/>
                      <a:pt x="512976" y="758639"/>
                      <a:pt x="512976" y="512976"/>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66" name="Google Shape;1166;p63"/>
              <p:cNvSpPr/>
              <p:nvPr/>
            </p:nvSpPr>
            <p:spPr>
              <a:xfrm>
                <a:off x="6727477" y="1609923"/>
                <a:ext cx="432531" cy="512975"/>
              </a:xfrm>
              <a:custGeom>
                <a:rect b="b" l="l" r="r" t="t"/>
                <a:pathLst>
                  <a:path extrusionOk="0" h="512975" w="432531">
                    <a:moveTo>
                      <a:pt x="0" y="398500"/>
                    </a:moveTo>
                    <a:cubicBezTo>
                      <a:pt x="88192" y="470057"/>
                      <a:pt x="200617" y="512976"/>
                      <a:pt x="322993" y="512976"/>
                    </a:cubicBezTo>
                    <a:cubicBezTo>
                      <a:pt x="360594" y="512976"/>
                      <a:pt x="397208" y="508874"/>
                      <a:pt x="432531" y="501201"/>
                    </a:cubicBezTo>
                    <a:lnTo>
                      <a:pt x="322993" y="0"/>
                    </a:lnTo>
                    <a:lnTo>
                      <a:pt x="0" y="39850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167" name="Google Shape;1167;p63"/>
            <p:cNvSpPr/>
            <p:nvPr/>
          </p:nvSpPr>
          <p:spPr>
            <a:xfrm>
              <a:off x="7755275" y="507863"/>
              <a:ext cx="222278" cy="438881"/>
            </a:xfrm>
            <a:custGeom>
              <a:rect b="b" l="l" r="r" t="t"/>
              <a:pathLst>
                <a:path extrusionOk="0" h="816522" w="413540">
                  <a:moveTo>
                    <a:pt x="0" y="0"/>
                  </a:moveTo>
                  <a:lnTo>
                    <a:pt x="0" y="512976"/>
                  </a:lnTo>
                  <a:lnTo>
                    <a:pt x="413541" y="816522"/>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68" name="Google Shape;1168;p63"/>
            <p:cNvSpPr/>
            <p:nvPr/>
          </p:nvSpPr>
          <p:spPr>
            <a:xfrm>
              <a:off x="7918481" y="577354"/>
              <a:ext cx="207620" cy="40707"/>
            </a:xfrm>
            <a:custGeom>
              <a:rect b="b" l="l" r="r" t="t"/>
              <a:pathLst>
                <a:path extrusionOk="0" h="75734" w="386269">
                  <a:moveTo>
                    <a:pt x="0" y="0"/>
                  </a:moveTo>
                  <a:lnTo>
                    <a:pt x="386270" y="0"/>
                  </a:lnTo>
                  <a:lnTo>
                    <a:pt x="386270" y="75735"/>
                  </a:lnTo>
                  <a:lnTo>
                    <a:pt x="0" y="75735"/>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69" name="Google Shape;1169;p63"/>
            <p:cNvSpPr/>
            <p:nvPr/>
          </p:nvSpPr>
          <p:spPr>
            <a:xfrm>
              <a:off x="7986379" y="855683"/>
              <a:ext cx="207620" cy="40707"/>
            </a:xfrm>
            <a:custGeom>
              <a:rect b="b" l="l" r="r" t="t"/>
              <a:pathLst>
                <a:path extrusionOk="0" h="75734" w="386269">
                  <a:moveTo>
                    <a:pt x="0" y="0"/>
                  </a:moveTo>
                  <a:lnTo>
                    <a:pt x="386270" y="0"/>
                  </a:lnTo>
                  <a:lnTo>
                    <a:pt x="386270" y="75735"/>
                  </a:lnTo>
                  <a:lnTo>
                    <a:pt x="0" y="75735"/>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0" name="Google Shape;1170;p63"/>
            <p:cNvSpPr/>
            <p:nvPr/>
          </p:nvSpPr>
          <p:spPr>
            <a:xfrm>
              <a:off x="8078706" y="664248"/>
              <a:ext cx="132983" cy="4083"/>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1" name="Google Shape;1171;p63"/>
            <p:cNvSpPr/>
            <p:nvPr/>
          </p:nvSpPr>
          <p:spPr>
            <a:xfrm>
              <a:off x="8078706" y="691415"/>
              <a:ext cx="132983" cy="4083"/>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2" name="Google Shape;1172;p63"/>
            <p:cNvSpPr/>
            <p:nvPr/>
          </p:nvSpPr>
          <p:spPr>
            <a:xfrm>
              <a:off x="8078706" y="718541"/>
              <a:ext cx="132983" cy="4083"/>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3" name="Google Shape;1173;p63"/>
            <p:cNvSpPr/>
            <p:nvPr/>
          </p:nvSpPr>
          <p:spPr>
            <a:xfrm>
              <a:off x="8078706" y="946989"/>
              <a:ext cx="132983" cy="4083"/>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4" name="Google Shape;1174;p63"/>
            <p:cNvSpPr/>
            <p:nvPr/>
          </p:nvSpPr>
          <p:spPr>
            <a:xfrm>
              <a:off x="8078706" y="974156"/>
              <a:ext cx="132983" cy="4083"/>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5" name="Google Shape;1175;p63"/>
            <p:cNvSpPr/>
            <p:nvPr/>
          </p:nvSpPr>
          <p:spPr>
            <a:xfrm>
              <a:off x="8078706" y="1001323"/>
              <a:ext cx="132983" cy="4083"/>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pic>
        <p:nvPicPr>
          <p:cNvPr id="1176" name="Google Shape;1176;p63"/>
          <p:cNvPicPr preferRelativeResize="0"/>
          <p:nvPr/>
        </p:nvPicPr>
        <p:blipFill rotWithShape="1">
          <a:blip r:embed="rId3">
            <a:alphaModFix/>
          </a:blip>
          <a:srcRect b="-1560" l="0" r="0" t="1560"/>
          <a:stretch/>
        </p:blipFill>
        <p:spPr>
          <a:xfrm>
            <a:off x="3513000" y="2520525"/>
            <a:ext cx="5245926" cy="262297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0" name="Shape 1180"/>
        <p:cNvGrpSpPr/>
        <p:nvPr/>
      </p:nvGrpSpPr>
      <p:grpSpPr>
        <a:xfrm>
          <a:off x="0" y="0"/>
          <a:ext cx="0" cy="0"/>
          <a:chOff x="0" y="0"/>
          <a:chExt cx="0" cy="0"/>
        </a:xfrm>
      </p:grpSpPr>
      <p:sp>
        <p:nvSpPr>
          <p:cNvPr id="1181" name="Google Shape;1181;p64"/>
          <p:cNvSpPr txBox="1"/>
          <p:nvPr>
            <p:ph idx="1" type="subTitle"/>
          </p:nvPr>
        </p:nvSpPr>
        <p:spPr>
          <a:xfrm>
            <a:off x="720075" y="1077500"/>
            <a:ext cx="7754400" cy="71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volume of 𝑪𝑶𝟐 a machine produces was measured 900 times in June. These volumes are displayed in the cumulative frequency graph below.</a:t>
            </a:r>
            <a:endParaRPr/>
          </a:p>
          <a:p>
            <a:pPr indent="0" lvl="0" marL="0" rtl="0" algn="l">
              <a:spcBef>
                <a:spcPts val="0"/>
              </a:spcBef>
              <a:spcAft>
                <a:spcPts val="0"/>
              </a:spcAft>
              <a:buNone/>
            </a:pPr>
            <a:r>
              <a:t/>
            </a:r>
            <a:endParaRPr/>
          </a:p>
        </p:txBody>
      </p:sp>
      <p:sp>
        <p:nvSpPr>
          <p:cNvPr id="1182" name="Google Shape;1182;p6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 4</a:t>
            </a:r>
            <a:endParaRPr/>
          </a:p>
        </p:txBody>
      </p:sp>
      <p:grpSp>
        <p:nvGrpSpPr>
          <p:cNvPr id="1183" name="Google Shape;1183;p64"/>
          <p:cNvGrpSpPr/>
          <p:nvPr/>
        </p:nvGrpSpPr>
        <p:grpSpPr>
          <a:xfrm>
            <a:off x="350755" y="4018677"/>
            <a:ext cx="902056" cy="901976"/>
            <a:chOff x="4246593" y="503852"/>
            <a:chExt cx="902056" cy="901976"/>
          </a:xfrm>
        </p:grpSpPr>
        <p:grpSp>
          <p:nvGrpSpPr>
            <p:cNvPr id="1184" name="Google Shape;1184;p64"/>
            <p:cNvGrpSpPr/>
            <p:nvPr/>
          </p:nvGrpSpPr>
          <p:grpSpPr>
            <a:xfrm>
              <a:off x="4246593" y="503900"/>
              <a:ext cx="901831" cy="901928"/>
              <a:chOff x="5998919" y="3270921"/>
              <a:chExt cx="1426046" cy="1426198"/>
            </a:xfrm>
          </p:grpSpPr>
          <p:sp>
            <p:nvSpPr>
              <p:cNvPr id="1185" name="Google Shape;1185;p64"/>
              <p:cNvSpPr/>
              <p:nvPr/>
            </p:nvSpPr>
            <p:spPr>
              <a:xfrm>
                <a:off x="5998919" y="3270921"/>
                <a:ext cx="713137" cy="713137"/>
              </a:xfrm>
              <a:custGeom>
                <a:rect b="b" l="l" r="r" t="t"/>
                <a:pathLst>
                  <a:path extrusionOk="0" h="713137" w="713137">
                    <a:moveTo>
                      <a:pt x="713137" y="521407"/>
                    </a:moveTo>
                    <a:lnTo>
                      <a:pt x="713137" y="0"/>
                    </a:lnTo>
                    <a:cubicBezTo>
                      <a:pt x="319271" y="0"/>
                      <a:pt x="0" y="319271"/>
                      <a:pt x="0" y="713137"/>
                    </a:cubicBezTo>
                    <a:lnTo>
                      <a:pt x="521408" y="713137"/>
                    </a:lnTo>
                    <a:cubicBezTo>
                      <a:pt x="521408" y="607245"/>
                      <a:pt x="607245" y="521407"/>
                      <a:pt x="713137" y="52140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6" name="Google Shape;1186;p64"/>
              <p:cNvSpPr/>
              <p:nvPr/>
            </p:nvSpPr>
            <p:spPr>
              <a:xfrm>
                <a:off x="5998919" y="3983982"/>
                <a:ext cx="1426046" cy="713137"/>
              </a:xfrm>
              <a:custGeom>
                <a:rect b="b" l="l" r="r" t="t"/>
                <a:pathLst>
                  <a:path extrusionOk="0" h="713137" w="1426046">
                    <a:moveTo>
                      <a:pt x="904715" y="5165"/>
                    </a:moveTo>
                    <a:cubicBezTo>
                      <a:pt x="901981" y="108702"/>
                      <a:pt x="817282" y="191730"/>
                      <a:pt x="713137" y="191730"/>
                    </a:cubicBezTo>
                    <a:cubicBezTo>
                      <a:pt x="607245" y="191730"/>
                      <a:pt x="521408" y="105892"/>
                      <a:pt x="521408" y="0"/>
                    </a:cubicBezTo>
                    <a:lnTo>
                      <a:pt x="0" y="0"/>
                    </a:lnTo>
                    <a:cubicBezTo>
                      <a:pt x="0" y="393866"/>
                      <a:pt x="319271" y="713137"/>
                      <a:pt x="713137" y="713137"/>
                    </a:cubicBezTo>
                    <a:cubicBezTo>
                      <a:pt x="1100623" y="713137"/>
                      <a:pt x="1415867" y="404121"/>
                      <a:pt x="1426047" y="19067"/>
                    </a:cubicBezTo>
                    <a:lnTo>
                      <a:pt x="904715" y="51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187" name="Google Shape;1187;p64"/>
            <p:cNvSpPr/>
            <p:nvPr/>
          </p:nvSpPr>
          <p:spPr>
            <a:xfrm>
              <a:off x="4783305" y="636091"/>
              <a:ext cx="365344" cy="330991"/>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8" name="Google Shape;1188;p64"/>
            <p:cNvSpPr/>
            <p:nvPr/>
          </p:nvSpPr>
          <p:spPr>
            <a:xfrm>
              <a:off x="4810784" y="788761"/>
              <a:ext cx="309659" cy="122566"/>
            </a:xfrm>
            <a:custGeom>
              <a:rect b="b" l="l" r="r" t="t"/>
              <a:pathLst>
                <a:path extrusionOk="0" h="193780" w="489579">
                  <a:moveTo>
                    <a:pt x="0" y="193781"/>
                  </a:moveTo>
                  <a:lnTo>
                    <a:pt x="48957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189" name="Google Shape;1189;p64"/>
            <p:cNvGrpSpPr/>
            <p:nvPr/>
          </p:nvGrpSpPr>
          <p:grpSpPr>
            <a:xfrm>
              <a:off x="4246593" y="503852"/>
              <a:ext cx="901928" cy="901976"/>
              <a:chOff x="5998919" y="3270845"/>
              <a:chExt cx="1426198" cy="1426274"/>
            </a:xfrm>
          </p:grpSpPr>
          <p:sp>
            <p:nvSpPr>
              <p:cNvPr id="1190" name="Google Shape;1190;p64"/>
              <p:cNvSpPr/>
              <p:nvPr/>
            </p:nvSpPr>
            <p:spPr>
              <a:xfrm>
                <a:off x="6712056" y="3270845"/>
                <a:ext cx="504239" cy="577619"/>
              </a:xfrm>
              <a:custGeom>
                <a:rect b="b" l="l" r="r" t="t"/>
                <a:pathLst>
                  <a:path extrusionOk="0" h="577619" w="504239">
                    <a:moveTo>
                      <a:pt x="135518" y="577620"/>
                    </a:moveTo>
                    <a:lnTo>
                      <a:pt x="504240" y="208897"/>
                    </a:lnTo>
                    <a:cubicBezTo>
                      <a:pt x="375179" y="79837"/>
                      <a:pt x="196895" y="0"/>
                      <a:pt x="0" y="0"/>
                    </a:cubicBezTo>
                    <a:lnTo>
                      <a:pt x="0" y="521408"/>
                    </a:lnTo>
                    <a:cubicBezTo>
                      <a:pt x="52946" y="521483"/>
                      <a:pt x="100879" y="542905"/>
                      <a:pt x="135518" y="57762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1" name="Google Shape;1191;p64"/>
              <p:cNvSpPr/>
              <p:nvPr/>
            </p:nvSpPr>
            <p:spPr>
              <a:xfrm>
                <a:off x="6847498" y="3479895"/>
                <a:ext cx="577619" cy="523306"/>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2" name="Google Shape;1192;p64"/>
              <p:cNvSpPr/>
              <p:nvPr/>
            </p:nvSpPr>
            <p:spPr>
              <a:xfrm>
                <a:off x="5998919" y="3270845"/>
                <a:ext cx="1426046" cy="1426274"/>
              </a:xfrm>
              <a:custGeom>
                <a:rect b="b" l="l" r="r" t="t"/>
                <a:pathLst>
                  <a:path extrusionOk="0" h="1426274" w="1426046">
                    <a:moveTo>
                      <a:pt x="904715" y="718303"/>
                    </a:moveTo>
                    <a:cubicBezTo>
                      <a:pt x="901981" y="821840"/>
                      <a:pt x="817282" y="904867"/>
                      <a:pt x="713137" y="904867"/>
                    </a:cubicBezTo>
                    <a:cubicBezTo>
                      <a:pt x="607245" y="904867"/>
                      <a:pt x="521408" y="819029"/>
                      <a:pt x="521408" y="713137"/>
                    </a:cubicBezTo>
                    <a:cubicBezTo>
                      <a:pt x="521408" y="607245"/>
                      <a:pt x="607245" y="521408"/>
                      <a:pt x="713137" y="521408"/>
                    </a:cubicBezTo>
                    <a:lnTo>
                      <a:pt x="713137" y="0"/>
                    </a:lnTo>
                    <a:cubicBezTo>
                      <a:pt x="319271" y="0"/>
                      <a:pt x="0" y="319271"/>
                      <a:pt x="0" y="713137"/>
                    </a:cubicBezTo>
                    <a:cubicBezTo>
                      <a:pt x="0" y="1107003"/>
                      <a:pt x="319271" y="1426274"/>
                      <a:pt x="713137" y="1426274"/>
                    </a:cubicBezTo>
                    <a:cubicBezTo>
                      <a:pt x="1100623" y="1426274"/>
                      <a:pt x="1415867" y="1117258"/>
                      <a:pt x="1426047" y="732204"/>
                    </a:cubicBezTo>
                    <a:lnTo>
                      <a:pt x="904715" y="718303"/>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pic>
        <p:nvPicPr>
          <p:cNvPr id="1193" name="Google Shape;1193;p64"/>
          <p:cNvPicPr preferRelativeResize="0"/>
          <p:nvPr/>
        </p:nvPicPr>
        <p:blipFill>
          <a:blip r:embed="rId3">
            <a:alphaModFix/>
          </a:blip>
          <a:stretch>
            <a:fillRect/>
          </a:stretch>
        </p:blipFill>
        <p:spPr>
          <a:xfrm>
            <a:off x="5076775" y="1937500"/>
            <a:ext cx="3822826" cy="2463725"/>
          </a:xfrm>
          <a:prstGeom prst="rect">
            <a:avLst/>
          </a:prstGeom>
          <a:noFill/>
          <a:ln>
            <a:noFill/>
          </a:ln>
        </p:spPr>
      </p:pic>
      <p:sp>
        <p:nvSpPr>
          <p:cNvPr id="1194" name="Google Shape;1194;p64"/>
          <p:cNvSpPr txBox="1"/>
          <p:nvPr/>
        </p:nvSpPr>
        <p:spPr>
          <a:xfrm>
            <a:off x="405425" y="1789100"/>
            <a:ext cx="4488000" cy="2630400"/>
          </a:xfrm>
          <a:prstGeom prst="rect">
            <a:avLst/>
          </a:prstGeom>
          <a:noFill/>
          <a:ln>
            <a:noFill/>
          </a:ln>
        </p:spPr>
        <p:txBody>
          <a:bodyPr anchorCtr="0" anchor="t" bIns="91425" lIns="91425" spcFirstLastPara="1" rIns="91425" wrap="square" tIns="91425">
            <a:spAutoFit/>
          </a:bodyPr>
          <a:lstStyle/>
          <a:p>
            <a:pPr indent="-317500" lvl="0" marL="914400" rtl="0" algn="l">
              <a:lnSpc>
                <a:spcPct val="115000"/>
              </a:lnSpc>
              <a:spcBef>
                <a:spcPts val="0"/>
              </a:spcBef>
              <a:spcAft>
                <a:spcPts val="0"/>
              </a:spcAft>
              <a:buClr>
                <a:schemeClr val="dk1"/>
              </a:buClr>
              <a:buSzPts val="1400"/>
              <a:buFont typeface="Inter"/>
              <a:buAutoNum type="arabicPeriod"/>
            </a:pPr>
            <a:r>
              <a:rPr lang="en">
                <a:solidFill>
                  <a:schemeClr val="dk1"/>
                </a:solidFill>
                <a:latin typeface="Inter"/>
                <a:ea typeface="Inter"/>
                <a:cs typeface="Inter"/>
                <a:sym typeface="Inter"/>
              </a:rPr>
              <a:t>Estimate the median and interquartile range of the data</a:t>
            </a:r>
            <a:endParaRPr>
              <a:solidFill>
                <a:schemeClr val="dk1"/>
              </a:solidFill>
              <a:latin typeface="Inter"/>
              <a:ea typeface="Inter"/>
              <a:cs typeface="Inter"/>
              <a:sym typeface="Inter"/>
            </a:endParaRPr>
          </a:p>
          <a:p>
            <a:pPr indent="-317500" lvl="0" marL="914400" rtl="0" algn="l">
              <a:lnSpc>
                <a:spcPct val="115000"/>
              </a:lnSpc>
              <a:spcBef>
                <a:spcPts val="0"/>
              </a:spcBef>
              <a:spcAft>
                <a:spcPts val="0"/>
              </a:spcAft>
              <a:buClr>
                <a:schemeClr val="dk1"/>
              </a:buClr>
              <a:buSzPts val="1400"/>
              <a:buFont typeface="Inter"/>
              <a:buAutoNum type="arabicPeriod"/>
            </a:pPr>
            <a:r>
              <a:rPr lang="en">
                <a:solidFill>
                  <a:schemeClr val="dk1"/>
                </a:solidFill>
                <a:latin typeface="Inter"/>
                <a:ea typeface="Inter"/>
                <a:cs typeface="Inter"/>
                <a:sym typeface="Inter"/>
              </a:rPr>
              <a:t>Identify the outliers, if there are any.</a:t>
            </a:r>
            <a:endParaRPr>
              <a:solidFill>
                <a:schemeClr val="dk1"/>
              </a:solidFill>
              <a:latin typeface="Inter"/>
              <a:ea typeface="Inter"/>
              <a:cs typeface="Inter"/>
              <a:sym typeface="Inter"/>
            </a:endParaRPr>
          </a:p>
          <a:p>
            <a:pPr indent="-317500" lvl="0" marL="914400" rtl="0" algn="l">
              <a:lnSpc>
                <a:spcPct val="115000"/>
              </a:lnSpc>
              <a:spcBef>
                <a:spcPts val="0"/>
              </a:spcBef>
              <a:spcAft>
                <a:spcPts val="0"/>
              </a:spcAft>
              <a:buClr>
                <a:schemeClr val="dk1"/>
              </a:buClr>
              <a:buSzPts val="1400"/>
              <a:buFont typeface="Inter"/>
              <a:buAutoNum type="arabicPeriod"/>
            </a:pPr>
            <a:r>
              <a:rPr lang="en">
                <a:solidFill>
                  <a:schemeClr val="dk1"/>
                </a:solidFill>
                <a:latin typeface="Inter"/>
                <a:ea typeface="Inter"/>
                <a:cs typeface="Inter"/>
                <a:sym typeface="Inter"/>
              </a:rPr>
              <a:t>Discuss whether these outliers should be removed.</a:t>
            </a:r>
            <a:endParaRPr>
              <a:solidFill>
                <a:schemeClr val="dk1"/>
              </a:solidFill>
              <a:latin typeface="Inter"/>
              <a:ea typeface="Inter"/>
              <a:cs typeface="Inter"/>
              <a:sym typeface="Inter"/>
            </a:endParaRPr>
          </a:p>
          <a:p>
            <a:pPr indent="-317500" lvl="0" marL="914400" rtl="0" algn="l">
              <a:lnSpc>
                <a:spcPct val="115000"/>
              </a:lnSpc>
              <a:spcBef>
                <a:spcPts val="0"/>
              </a:spcBef>
              <a:spcAft>
                <a:spcPts val="0"/>
              </a:spcAft>
              <a:buClr>
                <a:schemeClr val="dk1"/>
              </a:buClr>
              <a:buSzPts val="1400"/>
              <a:buFont typeface="Inter"/>
              <a:buAutoNum type="arabicPeriod"/>
            </a:pPr>
            <a:r>
              <a:rPr lang="en">
                <a:solidFill>
                  <a:schemeClr val="dk1"/>
                </a:solidFill>
                <a:latin typeface="Inter"/>
                <a:ea typeface="Inter"/>
                <a:cs typeface="Inter"/>
                <a:sym typeface="Inter"/>
              </a:rPr>
              <a:t>On the next six occasions, the machine reported negative values. Discuss how adding these into the data would alter the graph. </a:t>
            </a:r>
            <a:endParaRPr>
              <a:solidFill>
                <a:schemeClr val="dk1"/>
              </a:solidFill>
              <a:latin typeface="Inter"/>
              <a:ea typeface="Inter"/>
              <a:cs typeface="Inter"/>
              <a:sym typeface="Inter"/>
            </a:endParaRPr>
          </a:p>
          <a:p>
            <a:pPr indent="0" lvl="0" marL="0" rtl="0" algn="l">
              <a:lnSpc>
                <a:spcPct val="115000"/>
              </a:lnSpc>
              <a:spcBef>
                <a:spcPts val="0"/>
              </a:spcBef>
              <a:spcAft>
                <a:spcPts val="0"/>
              </a:spcAft>
              <a:buNone/>
            </a:pPr>
            <a:r>
              <a:t/>
            </a:r>
            <a:endParaRPr>
              <a:solidFill>
                <a:schemeClr val="dk1"/>
              </a:solidFill>
              <a:latin typeface="Inter"/>
              <a:ea typeface="Inter"/>
              <a:cs typeface="Inter"/>
              <a:sym typeface="Inte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8" name="Shape 1198"/>
        <p:cNvGrpSpPr/>
        <p:nvPr/>
      </p:nvGrpSpPr>
      <p:grpSpPr>
        <a:xfrm>
          <a:off x="0" y="0"/>
          <a:ext cx="0" cy="0"/>
          <a:chOff x="0" y="0"/>
          <a:chExt cx="0" cy="0"/>
        </a:xfrm>
      </p:grpSpPr>
      <p:sp>
        <p:nvSpPr>
          <p:cNvPr id="1199" name="Google Shape;1199;p65"/>
          <p:cNvSpPr txBox="1"/>
          <p:nvPr>
            <p:ph idx="1" type="subTitle"/>
          </p:nvPr>
        </p:nvSpPr>
        <p:spPr>
          <a:xfrm>
            <a:off x="720075" y="1077500"/>
            <a:ext cx="7754400" cy="7116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AutoNum type="arabicPeriod"/>
            </a:pPr>
            <a:r>
              <a:rPr b="1" lang="en"/>
              <a:t>Estimate the median and interquartile range of the data</a:t>
            </a:r>
            <a:endParaRPr b="1"/>
          </a:p>
        </p:txBody>
      </p:sp>
      <p:sp>
        <p:nvSpPr>
          <p:cNvPr id="1200" name="Google Shape;1200;p6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 4</a:t>
            </a:r>
            <a:endParaRPr/>
          </a:p>
        </p:txBody>
      </p:sp>
      <p:grpSp>
        <p:nvGrpSpPr>
          <p:cNvPr id="1201" name="Google Shape;1201;p65"/>
          <p:cNvGrpSpPr/>
          <p:nvPr/>
        </p:nvGrpSpPr>
        <p:grpSpPr>
          <a:xfrm>
            <a:off x="350755" y="4018677"/>
            <a:ext cx="902056" cy="901976"/>
            <a:chOff x="4246593" y="503852"/>
            <a:chExt cx="902056" cy="901976"/>
          </a:xfrm>
        </p:grpSpPr>
        <p:grpSp>
          <p:nvGrpSpPr>
            <p:cNvPr id="1202" name="Google Shape;1202;p65"/>
            <p:cNvGrpSpPr/>
            <p:nvPr/>
          </p:nvGrpSpPr>
          <p:grpSpPr>
            <a:xfrm>
              <a:off x="4246593" y="503900"/>
              <a:ext cx="901831" cy="901928"/>
              <a:chOff x="5998919" y="3270921"/>
              <a:chExt cx="1426046" cy="1426198"/>
            </a:xfrm>
          </p:grpSpPr>
          <p:sp>
            <p:nvSpPr>
              <p:cNvPr id="1203" name="Google Shape;1203;p65"/>
              <p:cNvSpPr/>
              <p:nvPr/>
            </p:nvSpPr>
            <p:spPr>
              <a:xfrm>
                <a:off x="5998919" y="3270921"/>
                <a:ext cx="713137" cy="713137"/>
              </a:xfrm>
              <a:custGeom>
                <a:rect b="b" l="l" r="r" t="t"/>
                <a:pathLst>
                  <a:path extrusionOk="0" h="713137" w="713137">
                    <a:moveTo>
                      <a:pt x="713137" y="521407"/>
                    </a:moveTo>
                    <a:lnTo>
                      <a:pt x="713137" y="0"/>
                    </a:lnTo>
                    <a:cubicBezTo>
                      <a:pt x="319271" y="0"/>
                      <a:pt x="0" y="319271"/>
                      <a:pt x="0" y="713137"/>
                    </a:cubicBezTo>
                    <a:lnTo>
                      <a:pt x="521408" y="713137"/>
                    </a:lnTo>
                    <a:cubicBezTo>
                      <a:pt x="521408" y="607245"/>
                      <a:pt x="607245" y="521407"/>
                      <a:pt x="713137" y="52140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4" name="Google Shape;1204;p65"/>
              <p:cNvSpPr/>
              <p:nvPr/>
            </p:nvSpPr>
            <p:spPr>
              <a:xfrm>
                <a:off x="5998919" y="3983982"/>
                <a:ext cx="1426046" cy="713137"/>
              </a:xfrm>
              <a:custGeom>
                <a:rect b="b" l="l" r="r" t="t"/>
                <a:pathLst>
                  <a:path extrusionOk="0" h="713137" w="1426046">
                    <a:moveTo>
                      <a:pt x="904715" y="5165"/>
                    </a:moveTo>
                    <a:cubicBezTo>
                      <a:pt x="901981" y="108702"/>
                      <a:pt x="817282" y="191730"/>
                      <a:pt x="713137" y="191730"/>
                    </a:cubicBezTo>
                    <a:cubicBezTo>
                      <a:pt x="607245" y="191730"/>
                      <a:pt x="521408" y="105892"/>
                      <a:pt x="521408" y="0"/>
                    </a:cubicBezTo>
                    <a:lnTo>
                      <a:pt x="0" y="0"/>
                    </a:lnTo>
                    <a:cubicBezTo>
                      <a:pt x="0" y="393866"/>
                      <a:pt x="319271" y="713137"/>
                      <a:pt x="713137" y="713137"/>
                    </a:cubicBezTo>
                    <a:cubicBezTo>
                      <a:pt x="1100623" y="713137"/>
                      <a:pt x="1415867" y="404121"/>
                      <a:pt x="1426047" y="19067"/>
                    </a:cubicBezTo>
                    <a:lnTo>
                      <a:pt x="904715" y="51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205" name="Google Shape;1205;p65"/>
            <p:cNvSpPr/>
            <p:nvPr/>
          </p:nvSpPr>
          <p:spPr>
            <a:xfrm>
              <a:off x="4783305" y="636091"/>
              <a:ext cx="365344" cy="330991"/>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6" name="Google Shape;1206;p65"/>
            <p:cNvSpPr/>
            <p:nvPr/>
          </p:nvSpPr>
          <p:spPr>
            <a:xfrm>
              <a:off x="4810784" y="788761"/>
              <a:ext cx="309659" cy="122566"/>
            </a:xfrm>
            <a:custGeom>
              <a:rect b="b" l="l" r="r" t="t"/>
              <a:pathLst>
                <a:path extrusionOk="0" h="193780" w="489579">
                  <a:moveTo>
                    <a:pt x="0" y="193781"/>
                  </a:moveTo>
                  <a:lnTo>
                    <a:pt x="48957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207" name="Google Shape;1207;p65"/>
            <p:cNvGrpSpPr/>
            <p:nvPr/>
          </p:nvGrpSpPr>
          <p:grpSpPr>
            <a:xfrm>
              <a:off x="4246593" y="503852"/>
              <a:ext cx="901928" cy="901976"/>
              <a:chOff x="5998919" y="3270845"/>
              <a:chExt cx="1426198" cy="1426274"/>
            </a:xfrm>
          </p:grpSpPr>
          <p:sp>
            <p:nvSpPr>
              <p:cNvPr id="1208" name="Google Shape;1208;p65"/>
              <p:cNvSpPr/>
              <p:nvPr/>
            </p:nvSpPr>
            <p:spPr>
              <a:xfrm>
                <a:off x="6712056" y="3270845"/>
                <a:ext cx="504239" cy="577619"/>
              </a:xfrm>
              <a:custGeom>
                <a:rect b="b" l="l" r="r" t="t"/>
                <a:pathLst>
                  <a:path extrusionOk="0" h="577619" w="504239">
                    <a:moveTo>
                      <a:pt x="135518" y="577620"/>
                    </a:moveTo>
                    <a:lnTo>
                      <a:pt x="504240" y="208897"/>
                    </a:lnTo>
                    <a:cubicBezTo>
                      <a:pt x="375179" y="79837"/>
                      <a:pt x="196895" y="0"/>
                      <a:pt x="0" y="0"/>
                    </a:cubicBezTo>
                    <a:lnTo>
                      <a:pt x="0" y="521408"/>
                    </a:lnTo>
                    <a:cubicBezTo>
                      <a:pt x="52946" y="521483"/>
                      <a:pt x="100879" y="542905"/>
                      <a:pt x="135518" y="57762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9" name="Google Shape;1209;p65"/>
              <p:cNvSpPr/>
              <p:nvPr/>
            </p:nvSpPr>
            <p:spPr>
              <a:xfrm>
                <a:off x="6847498" y="3479895"/>
                <a:ext cx="577619" cy="523306"/>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0" name="Google Shape;1210;p65"/>
              <p:cNvSpPr/>
              <p:nvPr/>
            </p:nvSpPr>
            <p:spPr>
              <a:xfrm>
                <a:off x="5998919" y="3270845"/>
                <a:ext cx="1426046" cy="1426274"/>
              </a:xfrm>
              <a:custGeom>
                <a:rect b="b" l="l" r="r" t="t"/>
                <a:pathLst>
                  <a:path extrusionOk="0" h="1426274" w="1426046">
                    <a:moveTo>
                      <a:pt x="904715" y="718303"/>
                    </a:moveTo>
                    <a:cubicBezTo>
                      <a:pt x="901981" y="821840"/>
                      <a:pt x="817282" y="904867"/>
                      <a:pt x="713137" y="904867"/>
                    </a:cubicBezTo>
                    <a:cubicBezTo>
                      <a:pt x="607245" y="904867"/>
                      <a:pt x="521408" y="819029"/>
                      <a:pt x="521408" y="713137"/>
                    </a:cubicBezTo>
                    <a:cubicBezTo>
                      <a:pt x="521408" y="607245"/>
                      <a:pt x="607245" y="521408"/>
                      <a:pt x="713137" y="521408"/>
                    </a:cubicBezTo>
                    <a:lnTo>
                      <a:pt x="713137" y="0"/>
                    </a:lnTo>
                    <a:cubicBezTo>
                      <a:pt x="319271" y="0"/>
                      <a:pt x="0" y="319271"/>
                      <a:pt x="0" y="713137"/>
                    </a:cubicBezTo>
                    <a:cubicBezTo>
                      <a:pt x="0" y="1107003"/>
                      <a:pt x="319271" y="1426274"/>
                      <a:pt x="713137" y="1426274"/>
                    </a:cubicBezTo>
                    <a:cubicBezTo>
                      <a:pt x="1100623" y="1426274"/>
                      <a:pt x="1415867" y="1117258"/>
                      <a:pt x="1426047" y="732204"/>
                    </a:cubicBezTo>
                    <a:lnTo>
                      <a:pt x="904715" y="718303"/>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pic>
        <p:nvPicPr>
          <p:cNvPr id="1211" name="Google Shape;1211;p65"/>
          <p:cNvPicPr preferRelativeResize="0"/>
          <p:nvPr/>
        </p:nvPicPr>
        <p:blipFill>
          <a:blip r:embed="rId3">
            <a:alphaModFix/>
          </a:blip>
          <a:stretch>
            <a:fillRect/>
          </a:stretch>
        </p:blipFill>
        <p:spPr>
          <a:xfrm>
            <a:off x="4627200" y="1633900"/>
            <a:ext cx="4272400" cy="2767325"/>
          </a:xfrm>
          <a:prstGeom prst="rect">
            <a:avLst/>
          </a:prstGeom>
          <a:noFill/>
          <a:ln>
            <a:noFill/>
          </a:ln>
        </p:spPr>
      </p:pic>
      <p:sp>
        <p:nvSpPr>
          <p:cNvPr id="1212" name="Google Shape;1212;p65"/>
          <p:cNvSpPr txBox="1"/>
          <p:nvPr>
            <p:ph idx="1" type="subTitle"/>
          </p:nvPr>
        </p:nvSpPr>
        <p:spPr>
          <a:xfrm>
            <a:off x="720075" y="1633900"/>
            <a:ext cx="3604500" cy="142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median is found at the </a:t>
            </a:r>
            <a:r>
              <a:rPr b="1" lang="en"/>
              <a:t>50th percentile</a:t>
            </a:r>
            <a:r>
              <a:rPr lang="en"/>
              <a:t> (half of the total frequency).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approximate median volume of CO₂ is ≈ </a:t>
            </a:r>
            <a:r>
              <a:rPr lang="en">
                <a:highlight>
                  <a:schemeClr val="dk2"/>
                </a:highlight>
              </a:rPr>
              <a:t>17 cm³</a:t>
            </a: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cxnSp>
        <p:nvCxnSpPr>
          <p:cNvPr id="1213" name="Google Shape;1213;p65"/>
          <p:cNvCxnSpPr/>
          <p:nvPr/>
        </p:nvCxnSpPr>
        <p:spPr>
          <a:xfrm>
            <a:off x="5125756" y="2840230"/>
            <a:ext cx="1998900" cy="0"/>
          </a:xfrm>
          <a:prstGeom prst="straightConnector1">
            <a:avLst/>
          </a:prstGeom>
          <a:noFill/>
          <a:ln cap="flat" cmpd="sng" w="28575">
            <a:solidFill>
              <a:srgbClr val="FF0000"/>
            </a:solidFill>
            <a:prstDash val="lgDash"/>
            <a:round/>
            <a:headEnd len="med" w="med" type="none"/>
            <a:tailEnd len="med" w="med" type="none"/>
          </a:ln>
        </p:spPr>
      </p:cxnSp>
      <p:cxnSp>
        <p:nvCxnSpPr>
          <p:cNvPr id="1214" name="Google Shape;1214;p65"/>
          <p:cNvCxnSpPr/>
          <p:nvPr/>
        </p:nvCxnSpPr>
        <p:spPr>
          <a:xfrm>
            <a:off x="7122293" y="2859696"/>
            <a:ext cx="6000" cy="1089600"/>
          </a:xfrm>
          <a:prstGeom prst="straightConnector1">
            <a:avLst/>
          </a:prstGeom>
          <a:noFill/>
          <a:ln cap="flat" cmpd="sng" w="28575">
            <a:solidFill>
              <a:srgbClr val="FF0000"/>
            </a:solidFill>
            <a:prstDash val="lgDash"/>
            <a:round/>
            <a:headEnd len="med" w="med" type="none"/>
            <a:tailEnd len="med" w="med" type="none"/>
          </a:ln>
        </p:spPr>
      </p:cxn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8" name="Shape 1218"/>
        <p:cNvGrpSpPr/>
        <p:nvPr/>
      </p:nvGrpSpPr>
      <p:grpSpPr>
        <a:xfrm>
          <a:off x="0" y="0"/>
          <a:ext cx="0" cy="0"/>
          <a:chOff x="0" y="0"/>
          <a:chExt cx="0" cy="0"/>
        </a:xfrm>
      </p:grpSpPr>
      <p:sp>
        <p:nvSpPr>
          <p:cNvPr id="1219" name="Google Shape;1219;p66"/>
          <p:cNvSpPr txBox="1"/>
          <p:nvPr>
            <p:ph idx="1" type="subTitle"/>
          </p:nvPr>
        </p:nvSpPr>
        <p:spPr>
          <a:xfrm>
            <a:off x="720075" y="1077500"/>
            <a:ext cx="7754400" cy="7116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AutoNum type="arabicPeriod"/>
            </a:pPr>
            <a:r>
              <a:rPr b="1" lang="en"/>
              <a:t>Estimate the median and interquartile range of the data</a:t>
            </a:r>
            <a:endParaRPr b="1"/>
          </a:p>
        </p:txBody>
      </p:sp>
      <p:sp>
        <p:nvSpPr>
          <p:cNvPr id="1220" name="Google Shape;1220;p6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 4</a:t>
            </a:r>
            <a:endParaRPr/>
          </a:p>
        </p:txBody>
      </p:sp>
      <p:grpSp>
        <p:nvGrpSpPr>
          <p:cNvPr id="1221" name="Google Shape;1221;p66"/>
          <p:cNvGrpSpPr/>
          <p:nvPr/>
        </p:nvGrpSpPr>
        <p:grpSpPr>
          <a:xfrm>
            <a:off x="350755" y="4018677"/>
            <a:ext cx="902056" cy="901976"/>
            <a:chOff x="4246593" y="503852"/>
            <a:chExt cx="902056" cy="901976"/>
          </a:xfrm>
        </p:grpSpPr>
        <p:grpSp>
          <p:nvGrpSpPr>
            <p:cNvPr id="1222" name="Google Shape;1222;p66"/>
            <p:cNvGrpSpPr/>
            <p:nvPr/>
          </p:nvGrpSpPr>
          <p:grpSpPr>
            <a:xfrm>
              <a:off x="4246593" y="503900"/>
              <a:ext cx="901831" cy="901928"/>
              <a:chOff x="5998919" y="3270921"/>
              <a:chExt cx="1426046" cy="1426198"/>
            </a:xfrm>
          </p:grpSpPr>
          <p:sp>
            <p:nvSpPr>
              <p:cNvPr id="1223" name="Google Shape;1223;p66"/>
              <p:cNvSpPr/>
              <p:nvPr/>
            </p:nvSpPr>
            <p:spPr>
              <a:xfrm>
                <a:off x="5998919" y="3270921"/>
                <a:ext cx="713137" cy="713137"/>
              </a:xfrm>
              <a:custGeom>
                <a:rect b="b" l="l" r="r" t="t"/>
                <a:pathLst>
                  <a:path extrusionOk="0" h="713137" w="713137">
                    <a:moveTo>
                      <a:pt x="713137" y="521407"/>
                    </a:moveTo>
                    <a:lnTo>
                      <a:pt x="713137" y="0"/>
                    </a:lnTo>
                    <a:cubicBezTo>
                      <a:pt x="319271" y="0"/>
                      <a:pt x="0" y="319271"/>
                      <a:pt x="0" y="713137"/>
                    </a:cubicBezTo>
                    <a:lnTo>
                      <a:pt x="521408" y="713137"/>
                    </a:lnTo>
                    <a:cubicBezTo>
                      <a:pt x="521408" y="607245"/>
                      <a:pt x="607245" y="521407"/>
                      <a:pt x="713137" y="52140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4" name="Google Shape;1224;p66"/>
              <p:cNvSpPr/>
              <p:nvPr/>
            </p:nvSpPr>
            <p:spPr>
              <a:xfrm>
                <a:off x="5998919" y="3983982"/>
                <a:ext cx="1426046" cy="713137"/>
              </a:xfrm>
              <a:custGeom>
                <a:rect b="b" l="l" r="r" t="t"/>
                <a:pathLst>
                  <a:path extrusionOk="0" h="713137" w="1426046">
                    <a:moveTo>
                      <a:pt x="904715" y="5165"/>
                    </a:moveTo>
                    <a:cubicBezTo>
                      <a:pt x="901981" y="108702"/>
                      <a:pt x="817282" y="191730"/>
                      <a:pt x="713137" y="191730"/>
                    </a:cubicBezTo>
                    <a:cubicBezTo>
                      <a:pt x="607245" y="191730"/>
                      <a:pt x="521408" y="105892"/>
                      <a:pt x="521408" y="0"/>
                    </a:cubicBezTo>
                    <a:lnTo>
                      <a:pt x="0" y="0"/>
                    </a:lnTo>
                    <a:cubicBezTo>
                      <a:pt x="0" y="393866"/>
                      <a:pt x="319271" y="713137"/>
                      <a:pt x="713137" y="713137"/>
                    </a:cubicBezTo>
                    <a:cubicBezTo>
                      <a:pt x="1100623" y="713137"/>
                      <a:pt x="1415867" y="404121"/>
                      <a:pt x="1426047" y="19067"/>
                    </a:cubicBezTo>
                    <a:lnTo>
                      <a:pt x="904715" y="51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225" name="Google Shape;1225;p66"/>
            <p:cNvSpPr/>
            <p:nvPr/>
          </p:nvSpPr>
          <p:spPr>
            <a:xfrm>
              <a:off x="4783305" y="636091"/>
              <a:ext cx="365344" cy="330991"/>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6" name="Google Shape;1226;p66"/>
            <p:cNvSpPr/>
            <p:nvPr/>
          </p:nvSpPr>
          <p:spPr>
            <a:xfrm>
              <a:off x="4810784" y="788761"/>
              <a:ext cx="309659" cy="122566"/>
            </a:xfrm>
            <a:custGeom>
              <a:rect b="b" l="l" r="r" t="t"/>
              <a:pathLst>
                <a:path extrusionOk="0" h="193780" w="489579">
                  <a:moveTo>
                    <a:pt x="0" y="193781"/>
                  </a:moveTo>
                  <a:lnTo>
                    <a:pt x="48957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227" name="Google Shape;1227;p66"/>
            <p:cNvGrpSpPr/>
            <p:nvPr/>
          </p:nvGrpSpPr>
          <p:grpSpPr>
            <a:xfrm>
              <a:off x="4246593" y="503852"/>
              <a:ext cx="901928" cy="901976"/>
              <a:chOff x="5998919" y="3270845"/>
              <a:chExt cx="1426198" cy="1426274"/>
            </a:xfrm>
          </p:grpSpPr>
          <p:sp>
            <p:nvSpPr>
              <p:cNvPr id="1228" name="Google Shape;1228;p66"/>
              <p:cNvSpPr/>
              <p:nvPr/>
            </p:nvSpPr>
            <p:spPr>
              <a:xfrm>
                <a:off x="6712056" y="3270845"/>
                <a:ext cx="504239" cy="577619"/>
              </a:xfrm>
              <a:custGeom>
                <a:rect b="b" l="l" r="r" t="t"/>
                <a:pathLst>
                  <a:path extrusionOk="0" h="577619" w="504239">
                    <a:moveTo>
                      <a:pt x="135518" y="577620"/>
                    </a:moveTo>
                    <a:lnTo>
                      <a:pt x="504240" y="208897"/>
                    </a:lnTo>
                    <a:cubicBezTo>
                      <a:pt x="375179" y="79837"/>
                      <a:pt x="196895" y="0"/>
                      <a:pt x="0" y="0"/>
                    </a:cubicBezTo>
                    <a:lnTo>
                      <a:pt x="0" y="521408"/>
                    </a:lnTo>
                    <a:cubicBezTo>
                      <a:pt x="52946" y="521483"/>
                      <a:pt x="100879" y="542905"/>
                      <a:pt x="135518" y="57762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9" name="Google Shape;1229;p66"/>
              <p:cNvSpPr/>
              <p:nvPr/>
            </p:nvSpPr>
            <p:spPr>
              <a:xfrm>
                <a:off x="6847498" y="3479895"/>
                <a:ext cx="577619" cy="523306"/>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30" name="Google Shape;1230;p66"/>
              <p:cNvSpPr/>
              <p:nvPr/>
            </p:nvSpPr>
            <p:spPr>
              <a:xfrm>
                <a:off x="5998919" y="3270845"/>
                <a:ext cx="1426046" cy="1426274"/>
              </a:xfrm>
              <a:custGeom>
                <a:rect b="b" l="l" r="r" t="t"/>
                <a:pathLst>
                  <a:path extrusionOk="0" h="1426274" w="1426046">
                    <a:moveTo>
                      <a:pt x="904715" y="718303"/>
                    </a:moveTo>
                    <a:cubicBezTo>
                      <a:pt x="901981" y="821840"/>
                      <a:pt x="817282" y="904867"/>
                      <a:pt x="713137" y="904867"/>
                    </a:cubicBezTo>
                    <a:cubicBezTo>
                      <a:pt x="607245" y="904867"/>
                      <a:pt x="521408" y="819029"/>
                      <a:pt x="521408" y="713137"/>
                    </a:cubicBezTo>
                    <a:cubicBezTo>
                      <a:pt x="521408" y="607245"/>
                      <a:pt x="607245" y="521408"/>
                      <a:pt x="713137" y="521408"/>
                    </a:cubicBezTo>
                    <a:lnTo>
                      <a:pt x="713137" y="0"/>
                    </a:lnTo>
                    <a:cubicBezTo>
                      <a:pt x="319271" y="0"/>
                      <a:pt x="0" y="319271"/>
                      <a:pt x="0" y="713137"/>
                    </a:cubicBezTo>
                    <a:cubicBezTo>
                      <a:pt x="0" y="1107003"/>
                      <a:pt x="319271" y="1426274"/>
                      <a:pt x="713137" y="1426274"/>
                    </a:cubicBezTo>
                    <a:cubicBezTo>
                      <a:pt x="1100623" y="1426274"/>
                      <a:pt x="1415867" y="1117258"/>
                      <a:pt x="1426047" y="732204"/>
                    </a:cubicBezTo>
                    <a:lnTo>
                      <a:pt x="904715" y="718303"/>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pic>
        <p:nvPicPr>
          <p:cNvPr id="1231" name="Google Shape;1231;p66"/>
          <p:cNvPicPr preferRelativeResize="0"/>
          <p:nvPr/>
        </p:nvPicPr>
        <p:blipFill>
          <a:blip r:embed="rId3">
            <a:alphaModFix/>
          </a:blip>
          <a:stretch>
            <a:fillRect/>
          </a:stretch>
        </p:blipFill>
        <p:spPr>
          <a:xfrm>
            <a:off x="4627200" y="1633900"/>
            <a:ext cx="4272400" cy="2767325"/>
          </a:xfrm>
          <a:prstGeom prst="rect">
            <a:avLst/>
          </a:prstGeom>
          <a:noFill/>
          <a:ln>
            <a:noFill/>
          </a:ln>
        </p:spPr>
      </p:pic>
      <p:sp>
        <p:nvSpPr>
          <p:cNvPr id="1232" name="Google Shape;1232;p66"/>
          <p:cNvSpPr txBox="1"/>
          <p:nvPr>
            <p:ph idx="1" type="subTitle"/>
          </p:nvPr>
        </p:nvSpPr>
        <p:spPr>
          <a:xfrm>
            <a:off x="720075" y="1633900"/>
            <a:ext cx="3604500" cy="245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lower quartile (</a:t>
            </a:r>
            <a:r>
              <a:rPr b="1" lang="en"/>
              <a:t>Q1</a:t>
            </a:r>
            <a:r>
              <a:rPr lang="en"/>
              <a:t>) is at </a:t>
            </a:r>
            <a:r>
              <a:rPr b="1" lang="en"/>
              <a:t>25%</a:t>
            </a:r>
            <a:r>
              <a:rPr lang="en"/>
              <a:t> of the total frequency </a:t>
            </a:r>
            <a:r>
              <a:rPr lang="en">
                <a:highlight>
                  <a:schemeClr val="dk2"/>
                </a:highlight>
              </a:rPr>
              <a:t>(900 ÷ 4 = 225)</a:t>
            </a:r>
            <a:endParaRPr>
              <a:highlight>
                <a:schemeClr val="dk2"/>
              </a:highlight>
            </a:endParaRPr>
          </a:p>
          <a:p>
            <a:pPr indent="0" lvl="0" marL="0" rtl="0" algn="l">
              <a:spcBef>
                <a:spcPts val="0"/>
              </a:spcBef>
              <a:spcAft>
                <a:spcPts val="0"/>
              </a:spcAft>
              <a:buNone/>
            </a:pPr>
            <a:r>
              <a:t/>
            </a:r>
            <a:endParaRPr sz="1100"/>
          </a:p>
          <a:p>
            <a:pPr indent="0" lvl="0" marL="0" rtl="0" algn="l">
              <a:spcBef>
                <a:spcPts val="0"/>
              </a:spcBef>
              <a:spcAft>
                <a:spcPts val="0"/>
              </a:spcAft>
              <a:buNone/>
            </a:pPr>
            <a:r>
              <a:rPr lang="en"/>
              <a:t>The upper quartile (</a:t>
            </a:r>
            <a:r>
              <a:rPr b="1" lang="en"/>
              <a:t>Q3</a:t>
            </a:r>
            <a:r>
              <a:rPr lang="en"/>
              <a:t>) is at </a:t>
            </a:r>
            <a:r>
              <a:rPr b="1" lang="en"/>
              <a:t>75%</a:t>
            </a:r>
            <a:r>
              <a:rPr lang="en"/>
              <a:t> of the total frequency </a:t>
            </a:r>
            <a:r>
              <a:rPr lang="en">
                <a:highlight>
                  <a:schemeClr val="dk2"/>
                </a:highlight>
              </a:rPr>
              <a:t>(3 × 900 ÷ 4 = 675)</a:t>
            </a:r>
            <a:endParaRPr>
              <a:highlight>
                <a:schemeClr val="dk2"/>
              </a:highlight>
            </a:endParaRPr>
          </a:p>
          <a:p>
            <a:pPr indent="0" lvl="0" marL="0" rtl="0" algn="l">
              <a:spcBef>
                <a:spcPts val="0"/>
              </a:spcBef>
              <a:spcAft>
                <a:spcPts val="0"/>
              </a:spcAft>
              <a:buNone/>
            </a:pPr>
            <a:r>
              <a:t/>
            </a:r>
            <a:endParaRPr sz="1000">
              <a:highlight>
                <a:schemeClr val="dk2"/>
              </a:highlight>
            </a:endParaRPr>
          </a:p>
          <a:p>
            <a:pPr indent="-317500" lvl="0" marL="457200" rtl="0" algn="l">
              <a:spcBef>
                <a:spcPts val="0"/>
              </a:spcBef>
              <a:spcAft>
                <a:spcPts val="0"/>
              </a:spcAft>
              <a:buSzPts val="1400"/>
              <a:buChar char="●"/>
            </a:pPr>
            <a:r>
              <a:rPr lang="en"/>
              <a:t>Q1 ≈ 13 cm³</a:t>
            </a:r>
            <a:endParaRPr/>
          </a:p>
          <a:p>
            <a:pPr indent="-317500" lvl="0" marL="457200" rtl="0" algn="l">
              <a:spcBef>
                <a:spcPts val="0"/>
              </a:spcBef>
              <a:spcAft>
                <a:spcPts val="0"/>
              </a:spcAft>
              <a:buSzPts val="1400"/>
              <a:buChar char="●"/>
            </a:pPr>
            <a:r>
              <a:rPr lang="en"/>
              <a:t>Q3 ≈ 18 cm³</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a:highlight>
                  <a:schemeClr val="dk2"/>
                </a:highlight>
              </a:rPr>
              <a:t>IQR = Q3 - Q1 = 18 - 13 = 5 </a:t>
            </a:r>
            <a:endParaRPr>
              <a:highlight>
                <a:schemeClr val="dk2"/>
              </a:highlight>
            </a:endParaRPr>
          </a:p>
        </p:txBody>
      </p:sp>
      <p:cxnSp>
        <p:nvCxnSpPr>
          <p:cNvPr id="1233" name="Google Shape;1233;p66"/>
          <p:cNvCxnSpPr/>
          <p:nvPr/>
        </p:nvCxnSpPr>
        <p:spPr>
          <a:xfrm flipH="1" rot="10800000">
            <a:off x="5117856" y="3413730"/>
            <a:ext cx="1626300" cy="3900"/>
          </a:xfrm>
          <a:prstGeom prst="straightConnector1">
            <a:avLst/>
          </a:prstGeom>
          <a:noFill/>
          <a:ln cap="flat" cmpd="sng" w="28575">
            <a:solidFill>
              <a:srgbClr val="FF0000"/>
            </a:solidFill>
            <a:prstDash val="lgDash"/>
            <a:round/>
            <a:headEnd len="med" w="med" type="none"/>
            <a:tailEnd len="med" w="med" type="none"/>
          </a:ln>
        </p:spPr>
      </p:cxnSp>
      <p:cxnSp>
        <p:nvCxnSpPr>
          <p:cNvPr id="1234" name="Google Shape;1234;p66"/>
          <p:cNvCxnSpPr/>
          <p:nvPr/>
        </p:nvCxnSpPr>
        <p:spPr>
          <a:xfrm>
            <a:off x="6758450" y="3417625"/>
            <a:ext cx="9300" cy="544500"/>
          </a:xfrm>
          <a:prstGeom prst="straightConnector1">
            <a:avLst/>
          </a:prstGeom>
          <a:noFill/>
          <a:ln cap="flat" cmpd="sng" w="28575">
            <a:solidFill>
              <a:srgbClr val="FF0000"/>
            </a:solidFill>
            <a:prstDash val="lgDash"/>
            <a:round/>
            <a:headEnd len="med" w="med" type="none"/>
            <a:tailEnd len="med" w="med" type="none"/>
          </a:ln>
        </p:spPr>
      </p:cxnSp>
      <p:cxnSp>
        <p:nvCxnSpPr>
          <p:cNvPr id="1235" name="Google Shape;1235;p66"/>
          <p:cNvCxnSpPr/>
          <p:nvPr/>
        </p:nvCxnSpPr>
        <p:spPr>
          <a:xfrm flipH="1" rot="10800000">
            <a:off x="5117856" y="2275005"/>
            <a:ext cx="2310600" cy="10500"/>
          </a:xfrm>
          <a:prstGeom prst="straightConnector1">
            <a:avLst/>
          </a:prstGeom>
          <a:noFill/>
          <a:ln cap="flat" cmpd="sng" w="28575">
            <a:solidFill>
              <a:srgbClr val="FF0000"/>
            </a:solidFill>
            <a:prstDash val="lgDash"/>
            <a:round/>
            <a:headEnd len="med" w="med" type="none"/>
            <a:tailEnd len="med" w="med" type="none"/>
          </a:ln>
        </p:spPr>
      </p:cxnSp>
      <p:cxnSp>
        <p:nvCxnSpPr>
          <p:cNvPr id="1236" name="Google Shape;1236;p66"/>
          <p:cNvCxnSpPr/>
          <p:nvPr/>
        </p:nvCxnSpPr>
        <p:spPr>
          <a:xfrm>
            <a:off x="7428450" y="2275000"/>
            <a:ext cx="12000" cy="1686600"/>
          </a:xfrm>
          <a:prstGeom prst="straightConnector1">
            <a:avLst/>
          </a:prstGeom>
          <a:noFill/>
          <a:ln cap="flat" cmpd="sng" w="28575">
            <a:solidFill>
              <a:srgbClr val="FF0000"/>
            </a:solidFill>
            <a:prstDash val="lgDash"/>
            <a:round/>
            <a:headEnd len="med" w="med" type="none"/>
            <a:tailEnd len="med" w="med" type="none"/>
          </a:ln>
        </p:spPr>
      </p:cxn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0" name="Shape 1240"/>
        <p:cNvGrpSpPr/>
        <p:nvPr/>
      </p:nvGrpSpPr>
      <p:grpSpPr>
        <a:xfrm>
          <a:off x="0" y="0"/>
          <a:ext cx="0" cy="0"/>
          <a:chOff x="0" y="0"/>
          <a:chExt cx="0" cy="0"/>
        </a:xfrm>
      </p:grpSpPr>
      <p:sp>
        <p:nvSpPr>
          <p:cNvPr id="1241" name="Google Shape;1241;p67"/>
          <p:cNvSpPr txBox="1"/>
          <p:nvPr>
            <p:ph idx="1" type="subTitle"/>
          </p:nvPr>
        </p:nvSpPr>
        <p:spPr>
          <a:xfrm>
            <a:off x="720075" y="1077500"/>
            <a:ext cx="7754400" cy="7116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AutoNum type="arabicPeriod" startAt="2"/>
            </a:pPr>
            <a:r>
              <a:rPr b="1" lang="en"/>
              <a:t>Identify the outliers, if there are any.</a:t>
            </a:r>
            <a:endParaRPr b="1"/>
          </a:p>
        </p:txBody>
      </p:sp>
      <p:sp>
        <p:nvSpPr>
          <p:cNvPr id="1242" name="Google Shape;1242;p6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 4</a:t>
            </a:r>
            <a:endParaRPr/>
          </a:p>
        </p:txBody>
      </p:sp>
      <p:grpSp>
        <p:nvGrpSpPr>
          <p:cNvPr id="1243" name="Google Shape;1243;p67"/>
          <p:cNvGrpSpPr/>
          <p:nvPr/>
        </p:nvGrpSpPr>
        <p:grpSpPr>
          <a:xfrm>
            <a:off x="350755" y="4018677"/>
            <a:ext cx="902056" cy="901976"/>
            <a:chOff x="4246593" y="503852"/>
            <a:chExt cx="902056" cy="901976"/>
          </a:xfrm>
        </p:grpSpPr>
        <p:grpSp>
          <p:nvGrpSpPr>
            <p:cNvPr id="1244" name="Google Shape;1244;p67"/>
            <p:cNvGrpSpPr/>
            <p:nvPr/>
          </p:nvGrpSpPr>
          <p:grpSpPr>
            <a:xfrm>
              <a:off x="4246593" y="503900"/>
              <a:ext cx="901831" cy="901928"/>
              <a:chOff x="5998919" y="3270921"/>
              <a:chExt cx="1426046" cy="1426198"/>
            </a:xfrm>
          </p:grpSpPr>
          <p:sp>
            <p:nvSpPr>
              <p:cNvPr id="1245" name="Google Shape;1245;p67"/>
              <p:cNvSpPr/>
              <p:nvPr/>
            </p:nvSpPr>
            <p:spPr>
              <a:xfrm>
                <a:off x="5998919" y="3270921"/>
                <a:ext cx="713137" cy="713137"/>
              </a:xfrm>
              <a:custGeom>
                <a:rect b="b" l="l" r="r" t="t"/>
                <a:pathLst>
                  <a:path extrusionOk="0" h="713137" w="713137">
                    <a:moveTo>
                      <a:pt x="713137" y="521407"/>
                    </a:moveTo>
                    <a:lnTo>
                      <a:pt x="713137" y="0"/>
                    </a:lnTo>
                    <a:cubicBezTo>
                      <a:pt x="319271" y="0"/>
                      <a:pt x="0" y="319271"/>
                      <a:pt x="0" y="713137"/>
                    </a:cubicBezTo>
                    <a:lnTo>
                      <a:pt x="521408" y="713137"/>
                    </a:lnTo>
                    <a:cubicBezTo>
                      <a:pt x="521408" y="607245"/>
                      <a:pt x="607245" y="521407"/>
                      <a:pt x="713137" y="52140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46" name="Google Shape;1246;p67"/>
              <p:cNvSpPr/>
              <p:nvPr/>
            </p:nvSpPr>
            <p:spPr>
              <a:xfrm>
                <a:off x="5998919" y="3983982"/>
                <a:ext cx="1426046" cy="713137"/>
              </a:xfrm>
              <a:custGeom>
                <a:rect b="b" l="l" r="r" t="t"/>
                <a:pathLst>
                  <a:path extrusionOk="0" h="713137" w="1426046">
                    <a:moveTo>
                      <a:pt x="904715" y="5165"/>
                    </a:moveTo>
                    <a:cubicBezTo>
                      <a:pt x="901981" y="108702"/>
                      <a:pt x="817282" y="191730"/>
                      <a:pt x="713137" y="191730"/>
                    </a:cubicBezTo>
                    <a:cubicBezTo>
                      <a:pt x="607245" y="191730"/>
                      <a:pt x="521408" y="105892"/>
                      <a:pt x="521408" y="0"/>
                    </a:cubicBezTo>
                    <a:lnTo>
                      <a:pt x="0" y="0"/>
                    </a:lnTo>
                    <a:cubicBezTo>
                      <a:pt x="0" y="393866"/>
                      <a:pt x="319271" y="713137"/>
                      <a:pt x="713137" y="713137"/>
                    </a:cubicBezTo>
                    <a:cubicBezTo>
                      <a:pt x="1100623" y="713137"/>
                      <a:pt x="1415867" y="404121"/>
                      <a:pt x="1426047" y="19067"/>
                    </a:cubicBezTo>
                    <a:lnTo>
                      <a:pt x="904715" y="51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247" name="Google Shape;1247;p67"/>
            <p:cNvSpPr/>
            <p:nvPr/>
          </p:nvSpPr>
          <p:spPr>
            <a:xfrm>
              <a:off x="4783305" y="636091"/>
              <a:ext cx="365344" cy="330991"/>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48" name="Google Shape;1248;p67"/>
            <p:cNvSpPr/>
            <p:nvPr/>
          </p:nvSpPr>
          <p:spPr>
            <a:xfrm>
              <a:off x="4810784" y="788761"/>
              <a:ext cx="309659" cy="122566"/>
            </a:xfrm>
            <a:custGeom>
              <a:rect b="b" l="l" r="r" t="t"/>
              <a:pathLst>
                <a:path extrusionOk="0" h="193780" w="489579">
                  <a:moveTo>
                    <a:pt x="0" y="193781"/>
                  </a:moveTo>
                  <a:lnTo>
                    <a:pt x="48957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249" name="Google Shape;1249;p67"/>
            <p:cNvGrpSpPr/>
            <p:nvPr/>
          </p:nvGrpSpPr>
          <p:grpSpPr>
            <a:xfrm>
              <a:off x="4246593" y="503852"/>
              <a:ext cx="901928" cy="901976"/>
              <a:chOff x="5998919" y="3270845"/>
              <a:chExt cx="1426198" cy="1426274"/>
            </a:xfrm>
          </p:grpSpPr>
          <p:sp>
            <p:nvSpPr>
              <p:cNvPr id="1250" name="Google Shape;1250;p67"/>
              <p:cNvSpPr/>
              <p:nvPr/>
            </p:nvSpPr>
            <p:spPr>
              <a:xfrm>
                <a:off x="6712056" y="3270845"/>
                <a:ext cx="504239" cy="577619"/>
              </a:xfrm>
              <a:custGeom>
                <a:rect b="b" l="l" r="r" t="t"/>
                <a:pathLst>
                  <a:path extrusionOk="0" h="577619" w="504239">
                    <a:moveTo>
                      <a:pt x="135518" y="577620"/>
                    </a:moveTo>
                    <a:lnTo>
                      <a:pt x="504240" y="208897"/>
                    </a:lnTo>
                    <a:cubicBezTo>
                      <a:pt x="375179" y="79837"/>
                      <a:pt x="196895" y="0"/>
                      <a:pt x="0" y="0"/>
                    </a:cubicBezTo>
                    <a:lnTo>
                      <a:pt x="0" y="521408"/>
                    </a:lnTo>
                    <a:cubicBezTo>
                      <a:pt x="52946" y="521483"/>
                      <a:pt x="100879" y="542905"/>
                      <a:pt x="135518" y="57762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51" name="Google Shape;1251;p67"/>
              <p:cNvSpPr/>
              <p:nvPr/>
            </p:nvSpPr>
            <p:spPr>
              <a:xfrm>
                <a:off x="6847498" y="3479895"/>
                <a:ext cx="577619" cy="523306"/>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52" name="Google Shape;1252;p67"/>
              <p:cNvSpPr/>
              <p:nvPr/>
            </p:nvSpPr>
            <p:spPr>
              <a:xfrm>
                <a:off x="5998919" y="3270845"/>
                <a:ext cx="1426046" cy="1426274"/>
              </a:xfrm>
              <a:custGeom>
                <a:rect b="b" l="l" r="r" t="t"/>
                <a:pathLst>
                  <a:path extrusionOk="0" h="1426274" w="1426046">
                    <a:moveTo>
                      <a:pt x="904715" y="718303"/>
                    </a:moveTo>
                    <a:cubicBezTo>
                      <a:pt x="901981" y="821840"/>
                      <a:pt x="817282" y="904867"/>
                      <a:pt x="713137" y="904867"/>
                    </a:cubicBezTo>
                    <a:cubicBezTo>
                      <a:pt x="607245" y="904867"/>
                      <a:pt x="521408" y="819029"/>
                      <a:pt x="521408" y="713137"/>
                    </a:cubicBezTo>
                    <a:cubicBezTo>
                      <a:pt x="521408" y="607245"/>
                      <a:pt x="607245" y="521408"/>
                      <a:pt x="713137" y="521408"/>
                    </a:cubicBezTo>
                    <a:lnTo>
                      <a:pt x="713137" y="0"/>
                    </a:lnTo>
                    <a:cubicBezTo>
                      <a:pt x="319271" y="0"/>
                      <a:pt x="0" y="319271"/>
                      <a:pt x="0" y="713137"/>
                    </a:cubicBezTo>
                    <a:cubicBezTo>
                      <a:pt x="0" y="1107003"/>
                      <a:pt x="319271" y="1426274"/>
                      <a:pt x="713137" y="1426274"/>
                    </a:cubicBezTo>
                    <a:cubicBezTo>
                      <a:pt x="1100623" y="1426274"/>
                      <a:pt x="1415867" y="1117258"/>
                      <a:pt x="1426047" y="732204"/>
                    </a:cubicBezTo>
                    <a:lnTo>
                      <a:pt x="904715" y="718303"/>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pic>
        <p:nvPicPr>
          <p:cNvPr id="1253" name="Google Shape;1253;p67"/>
          <p:cNvPicPr preferRelativeResize="0"/>
          <p:nvPr/>
        </p:nvPicPr>
        <p:blipFill>
          <a:blip r:embed="rId3">
            <a:alphaModFix/>
          </a:blip>
          <a:stretch>
            <a:fillRect/>
          </a:stretch>
        </p:blipFill>
        <p:spPr>
          <a:xfrm>
            <a:off x="4866809" y="1789100"/>
            <a:ext cx="4032791" cy="2612125"/>
          </a:xfrm>
          <a:prstGeom prst="rect">
            <a:avLst/>
          </a:prstGeom>
          <a:noFill/>
          <a:ln>
            <a:noFill/>
          </a:ln>
        </p:spPr>
      </p:pic>
      <p:sp>
        <p:nvSpPr>
          <p:cNvPr id="1254" name="Google Shape;1254;p67"/>
          <p:cNvSpPr txBox="1"/>
          <p:nvPr>
            <p:ph idx="1" type="subTitle"/>
          </p:nvPr>
        </p:nvSpPr>
        <p:spPr>
          <a:xfrm>
            <a:off x="720075" y="1633900"/>
            <a:ext cx="4146600" cy="2845800"/>
          </a:xfrm>
          <a:prstGeom prst="rect">
            <a:avLst/>
          </a:prstGeom>
          <a:solidFill>
            <a:schemeClr val="lt1"/>
          </a:solidFill>
        </p:spPr>
        <p:txBody>
          <a:bodyPr anchorCtr="0" anchor="t" bIns="91425" lIns="91425" spcFirstLastPara="1" rIns="91425" wrap="square" tIns="91425">
            <a:noAutofit/>
          </a:bodyPr>
          <a:lstStyle/>
          <a:p>
            <a:pPr indent="0" lvl="0" marL="0" rtl="0" algn="l">
              <a:spcBef>
                <a:spcPts val="0"/>
              </a:spcBef>
              <a:spcAft>
                <a:spcPts val="0"/>
              </a:spcAft>
              <a:buNone/>
            </a:pPr>
            <a:r>
              <a:rPr lang="en"/>
              <a:t>Outliers can be found using the </a:t>
            </a:r>
            <a:endParaRPr/>
          </a:p>
          <a:p>
            <a:pPr indent="0" lvl="0" marL="0" rtl="0" algn="l">
              <a:spcBef>
                <a:spcPts val="0"/>
              </a:spcBef>
              <a:spcAft>
                <a:spcPts val="0"/>
              </a:spcAft>
              <a:buNone/>
            </a:pPr>
            <a:r>
              <a:rPr b="1" lang="en"/>
              <a:t>1.5 × IQR rule</a:t>
            </a:r>
            <a:endParaRPr b="1"/>
          </a:p>
          <a:p>
            <a:pPr indent="0" lvl="0" marL="0" rtl="0" algn="l">
              <a:spcBef>
                <a:spcPts val="0"/>
              </a:spcBef>
              <a:spcAft>
                <a:spcPts val="0"/>
              </a:spcAft>
              <a:buNone/>
            </a:pPr>
            <a:r>
              <a:t/>
            </a:r>
            <a:endParaRPr b="1"/>
          </a:p>
          <a:p>
            <a:pPr indent="-317500" lvl="0" marL="457200" rtl="0" algn="l">
              <a:spcBef>
                <a:spcPts val="0"/>
              </a:spcBef>
              <a:spcAft>
                <a:spcPts val="0"/>
              </a:spcAft>
              <a:buSzPts val="1400"/>
              <a:buChar char="●"/>
            </a:pPr>
            <a:r>
              <a:rPr b="1" lang="en"/>
              <a:t>Lower boundary: </a:t>
            </a:r>
            <a:endParaRPr b="1"/>
          </a:p>
          <a:p>
            <a:pPr indent="0" lvl="0" marL="457200" rtl="0" algn="l">
              <a:spcBef>
                <a:spcPts val="0"/>
              </a:spcBef>
              <a:spcAft>
                <a:spcPts val="0"/>
              </a:spcAft>
              <a:buNone/>
            </a:pPr>
            <a:r>
              <a:rPr lang="en"/>
              <a:t>Q1 - 1.5 × IQR = 13 - 1.5(5) = 5.5</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b="1" lang="en"/>
              <a:t>Upper boundary:</a:t>
            </a:r>
            <a:r>
              <a:rPr lang="en"/>
              <a:t> </a:t>
            </a:r>
            <a:endParaRPr/>
          </a:p>
          <a:p>
            <a:pPr indent="0" lvl="0" marL="0" rtl="0" algn="l">
              <a:spcBef>
                <a:spcPts val="0"/>
              </a:spcBef>
              <a:spcAft>
                <a:spcPts val="0"/>
              </a:spcAft>
              <a:buNone/>
            </a:pPr>
            <a:r>
              <a:rPr lang="en"/>
              <a:t>         Q3 + 1.5 × IQR = 18 + 1.5(5) = 25.5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a:t>
            </a:r>
            <a:r>
              <a:rPr lang="en">
                <a:highlight>
                  <a:schemeClr val="dk2"/>
                </a:highlight>
              </a:rPr>
              <a:t>all values above 25.5 could be considered outliers, and all values below 5.5 are outliers</a:t>
            </a:r>
            <a:endParaRPr>
              <a:highlight>
                <a:schemeClr val="dk2"/>
              </a:highlight>
            </a:endParaRPr>
          </a:p>
          <a:p>
            <a:pPr indent="0" lvl="0" marL="914400" rtl="0" algn="l">
              <a:spcBef>
                <a:spcPts val="0"/>
              </a:spcBef>
              <a:spcAft>
                <a:spcPts val="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8" name="Shape 1258"/>
        <p:cNvGrpSpPr/>
        <p:nvPr/>
      </p:nvGrpSpPr>
      <p:grpSpPr>
        <a:xfrm>
          <a:off x="0" y="0"/>
          <a:ext cx="0" cy="0"/>
          <a:chOff x="0" y="0"/>
          <a:chExt cx="0" cy="0"/>
        </a:xfrm>
      </p:grpSpPr>
      <p:sp>
        <p:nvSpPr>
          <p:cNvPr id="1259" name="Google Shape;1259;p68"/>
          <p:cNvSpPr txBox="1"/>
          <p:nvPr>
            <p:ph idx="1" type="subTitle"/>
          </p:nvPr>
        </p:nvSpPr>
        <p:spPr>
          <a:xfrm>
            <a:off x="720075" y="1077500"/>
            <a:ext cx="7754400" cy="7116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AutoNum type="arabicPeriod" startAt="3"/>
            </a:pPr>
            <a:r>
              <a:rPr b="1" lang="en"/>
              <a:t>Discuss whether these outliers should be removed.</a:t>
            </a:r>
            <a:endParaRPr b="1"/>
          </a:p>
        </p:txBody>
      </p:sp>
      <p:sp>
        <p:nvSpPr>
          <p:cNvPr id="1260" name="Google Shape;1260;p6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 4</a:t>
            </a:r>
            <a:endParaRPr/>
          </a:p>
        </p:txBody>
      </p:sp>
      <p:grpSp>
        <p:nvGrpSpPr>
          <p:cNvPr id="1261" name="Google Shape;1261;p68"/>
          <p:cNvGrpSpPr/>
          <p:nvPr/>
        </p:nvGrpSpPr>
        <p:grpSpPr>
          <a:xfrm>
            <a:off x="350755" y="4018677"/>
            <a:ext cx="902056" cy="901976"/>
            <a:chOff x="4246593" y="503852"/>
            <a:chExt cx="902056" cy="901976"/>
          </a:xfrm>
        </p:grpSpPr>
        <p:grpSp>
          <p:nvGrpSpPr>
            <p:cNvPr id="1262" name="Google Shape;1262;p68"/>
            <p:cNvGrpSpPr/>
            <p:nvPr/>
          </p:nvGrpSpPr>
          <p:grpSpPr>
            <a:xfrm>
              <a:off x="4246593" y="503900"/>
              <a:ext cx="901831" cy="901928"/>
              <a:chOff x="5998919" y="3270921"/>
              <a:chExt cx="1426046" cy="1426198"/>
            </a:xfrm>
          </p:grpSpPr>
          <p:sp>
            <p:nvSpPr>
              <p:cNvPr id="1263" name="Google Shape;1263;p68"/>
              <p:cNvSpPr/>
              <p:nvPr/>
            </p:nvSpPr>
            <p:spPr>
              <a:xfrm>
                <a:off x="5998919" y="3270921"/>
                <a:ext cx="713137" cy="713137"/>
              </a:xfrm>
              <a:custGeom>
                <a:rect b="b" l="l" r="r" t="t"/>
                <a:pathLst>
                  <a:path extrusionOk="0" h="713137" w="713137">
                    <a:moveTo>
                      <a:pt x="713137" y="521407"/>
                    </a:moveTo>
                    <a:lnTo>
                      <a:pt x="713137" y="0"/>
                    </a:lnTo>
                    <a:cubicBezTo>
                      <a:pt x="319271" y="0"/>
                      <a:pt x="0" y="319271"/>
                      <a:pt x="0" y="713137"/>
                    </a:cubicBezTo>
                    <a:lnTo>
                      <a:pt x="521408" y="713137"/>
                    </a:lnTo>
                    <a:cubicBezTo>
                      <a:pt x="521408" y="607245"/>
                      <a:pt x="607245" y="521407"/>
                      <a:pt x="713137" y="52140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64" name="Google Shape;1264;p68"/>
              <p:cNvSpPr/>
              <p:nvPr/>
            </p:nvSpPr>
            <p:spPr>
              <a:xfrm>
                <a:off x="5998919" y="3983982"/>
                <a:ext cx="1426046" cy="713137"/>
              </a:xfrm>
              <a:custGeom>
                <a:rect b="b" l="l" r="r" t="t"/>
                <a:pathLst>
                  <a:path extrusionOk="0" h="713137" w="1426046">
                    <a:moveTo>
                      <a:pt x="904715" y="5165"/>
                    </a:moveTo>
                    <a:cubicBezTo>
                      <a:pt x="901981" y="108702"/>
                      <a:pt x="817282" y="191730"/>
                      <a:pt x="713137" y="191730"/>
                    </a:cubicBezTo>
                    <a:cubicBezTo>
                      <a:pt x="607245" y="191730"/>
                      <a:pt x="521408" y="105892"/>
                      <a:pt x="521408" y="0"/>
                    </a:cubicBezTo>
                    <a:lnTo>
                      <a:pt x="0" y="0"/>
                    </a:lnTo>
                    <a:cubicBezTo>
                      <a:pt x="0" y="393866"/>
                      <a:pt x="319271" y="713137"/>
                      <a:pt x="713137" y="713137"/>
                    </a:cubicBezTo>
                    <a:cubicBezTo>
                      <a:pt x="1100623" y="713137"/>
                      <a:pt x="1415867" y="404121"/>
                      <a:pt x="1426047" y="19067"/>
                    </a:cubicBezTo>
                    <a:lnTo>
                      <a:pt x="904715" y="51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265" name="Google Shape;1265;p68"/>
            <p:cNvSpPr/>
            <p:nvPr/>
          </p:nvSpPr>
          <p:spPr>
            <a:xfrm>
              <a:off x="4783305" y="636091"/>
              <a:ext cx="365344" cy="330991"/>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66" name="Google Shape;1266;p68"/>
            <p:cNvSpPr/>
            <p:nvPr/>
          </p:nvSpPr>
          <p:spPr>
            <a:xfrm>
              <a:off x="4810784" y="788761"/>
              <a:ext cx="309659" cy="122566"/>
            </a:xfrm>
            <a:custGeom>
              <a:rect b="b" l="l" r="r" t="t"/>
              <a:pathLst>
                <a:path extrusionOk="0" h="193780" w="489579">
                  <a:moveTo>
                    <a:pt x="0" y="193781"/>
                  </a:moveTo>
                  <a:lnTo>
                    <a:pt x="48957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267" name="Google Shape;1267;p68"/>
            <p:cNvGrpSpPr/>
            <p:nvPr/>
          </p:nvGrpSpPr>
          <p:grpSpPr>
            <a:xfrm>
              <a:off x="4246593" y="503852"/>
              <a:ext cx="901928" cy="901976"/>
              <a:chOff x="5998919" y="3270845"/>
              <a:chExt cx="1426198" cy="1426274"/>
            </a:xfrm>
          </p:grpSpPr>
          <p:sp>
            <p:nvSpPr>
              <p:cNvPr id="1268" name="Google Shape;1268;p68"/>
              <p:cNvSpPr/>
              <p:nvPr/>
            </p:nvSpPr>
            <p:spPr>
              <a:xfrm>
                <a:off x="6712056" y="3270845"/>
                <a:ext cx="504239" cy="577619"/>
              </a:xfrm>
              <a:custGeom>
                <a:rect b="b" l="l" r="r" t="t"/>
                <a:pathLst>
                  <a:path extrusionOk="0" h="577619" w="504239">
                    <a:moveTo>
                      <a:pt x="135518" y="577620"/>
                    </a:moveTo>
                    <a:lnTo>
                      <a:pt x="504240" y="208897"/>
                    </a:lnTo>
                    <a:cubicBezTo>
                      <a:pt x="375179" y="79837"/>
                      <a:pt x="196895" y="0"/>
                      <a:pt x="0" y="0"/>
                    </a:cubicBezTo>
                    <a:lnTo>
                      <a:pt x="0" y="521408"/>
                    </a:lnTo>
                    <a:cubicBezTo>
                      <a:pt x="52946" y="521483"/>
                      <a:pt x="100879" y="542905"/>
                      <a:pt x="135518" y="57762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69" name="Google Shape;1269;p68"/>
              <p:cNvSpPr/>
              <p:nvPr/>
            </p:nvSpPr>
            <p:spPr>
              <a:xfrm>
                <a:off x="6847498" y="3479895"/>
                <a:ext cx="577619" cy="523306"/>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70" name="Google Shape;1270;p68"/>
              <p:cNvSpPr/>
              <p:nvPr/>
            </p:nvSpPr>
            <p:spPr>
              <a:xfrm>
                <a:off x="5998919" y="3270845"/>
                <a:ext cx="1426046" cy="1426274"/>
              </a:xfrm>
              <a:custGeom>
                <a:rect b="b" l="l" r="r" t="t"/>
                <a:pathLst>
                  <a:path extrusionOk="0" h="1426274" w="1426046">
                    <a:moveTo>
                      <a:pt x="904715" y="718303"/>
                    </a:moveTo>
                    <a:cubicBezTo>
                      <a:pt x="901981" y="821840"/>
                      <a:pt x="817282" y="904867"/>
                      <a:pt x="713137" y="904867"/>
                    </a:cubicBezTo>
                    <a:cubicBezTo>
                      <a:pt x="607245" y="904867"/>
                      <a:pt x="521408" y="819029"/>
                      <a:pt x="521408" y="713137"/>
                    </a:cubicBezTo>
                    <a:cubicBezTo>
                      <a:pt x="521408" y="607245"/>
                      <a:pt x="607245" y="521408"/>
                      <a:pt x="713137" y="521408"/>
                    </a:cubicBezTo>
                    <a:lnTo>
                      <a:pt x="713137" y="0"/>
                    </a:lnTo>
                    <a:cubicBezTo>
                      <a:pt x="319271" y="0"/>
                      <a:pt x="0" y="319271"/>
                      <a:pt x="0" y="713137"/>
                    </a:cubicBezTo>
                    <a:cubicBezTo>
                      <a:pt x="0" y="1107003"/>
                      <a:pt x="319271" y="1426274"/>
                      <a:pt x="713137" y="1426274"/>
                    </a:cubicBezTo>
                    <a:cubicBezTo>
                      <a:pt x="1100623" y="1426274"/>
                      <a:pt x="1415867" y="1117258"/>
                      <a:pt x="1426047" y="732204"/>
                    </a:cubicBezTo>
                    <a:lnTo>
                      <a:pt x="904715" y="718303"/>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pic>
        <p:nvPicPr>
          <p:cNvPr id="1271" name="Google Shape;1271;p68"/>
          <p:cNvPicPr preferRelativeResize="0"/>
          <p:nvPr/>
        </p:nvPicPr>
        <p:blipFill>
          <a:blip r:embed="rId3">
            <a:alphaModFix/>
          </a:blip>
          <a:stretch>
            <a:fillRect/>
          </a:stretch>
        </p:blipFill>
        <p:spPr>
          <a:xfrm>
            <a:off x="4866809" y="1789100"/>
            <a:ext cx="4032791" cy="2612125"/>
          </a:xfrm>
          <a:prstGeom prst="rect">
            <a:avLst/>
          </a:prstGeom>
          <a:noFill/>
          <a:ln>
            <a:noFill/>
          </a:ln>
        </p:spPr>
      </p:pic>
      <p:sp>
        <p:nvSpPr>
          <p:cNvPr id="1272" name="Google Shape;1272;p68"/>
          <p:cNvSpPr txBox="1"/>
          <p:nvPr>
            <p:ph idx="1" type="subTitle"/>
          </p:nvPr>
        </p:nvSpPr>
        <p:spPr>
          <a:xfrm>
            <a:off x="720075" y="1633900"/>
            <a:ext cx="3686100" cy="2845800"/>
          </a:xfrm>
          <a:prstGeom prst="rect">
            <a:avLst/>
          </a:prstGeom>
          <a:noFill/>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If they result from measurement errors or malfunctions, they should be removed.</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n"/>
              <a:t>If they represent natural variation, they should be kept.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6" name="Shape 1276"/>
        <p:cNvGrpSpPr/>
        <p:nvPr/>
      </p:nvGrpSpPr>
      <p:grpSpPr>
        <a:xfrm>
          <a:off x="0" y="0"/>
          <a:ext cx="0" cy="0"/>
          <a:chOff x="0" y="0"/>
          <a:chExt cx="0" cy="0"/>
        </a:xfrm>
      </p:grpSpPr>
      <p:sp>
        <p:nvSpPr>
          <p:cNvPr id="1277" name="Google Shape;1277;p69"/>
          <p:cNvSpPr txBox="1"/>
          <p:nvPr>
            <p:ph idx="1" type="subTitle"/>
          </p:nvPr>
        </p:nvSpPr>
        <p:spPr>
          <a:xfrm>
            <a:off x="720075" y="1077500"/>
            <a:ext cx="7754400" cy="7116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AutoNum type="arabicPeriod" startAt="4"/>
            </a:pPr>
            <a:r>
              <a:rPr b="1" lang="en"/>
              <a:t>On the next six occasions, the machine reported negative values. Discuss how adding these into the data would alter the graph.</a:t>
            </a:r>
            <a:endParaRPr b="1"/>
          </a:p>
        </p:txBody>
      </p:sp>
      <p:sp>
        <p:nvSpPr>
          <p:cNvPr id="1278" name="Google Shape;1278;p6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 4</a:t>
            </a:r>
            <a:endParaRPr/>
          </a:p>
        </p:txBody>
      </p:sp>
      <p:grpSp>
        <p:nvGrpSpPr>
          <p:cNvPr id="1279" name="Google Shape;1279;p69"/>
          <p:cNvGrpSpPr/>
          <p:nvPr/>
        </p:nvGrpSpPr>
        <p:grpSpPr>
          <a:xfrm>
            <a:off x="350755" y="4018677"/>
            <a:ext cx="902056" cy="901976"/>
            <a:chOff x="4246593" y="503852"/>
            <a:chExt cx="902056" cy="901976"/>
          </a:xfrm>
        </p:grpSpPr>
        <p:grpSp>
          <p:nvGrpSpPr>
            <p:cNvPr id="1280" name="Google Shape;1280;p69"/>
            <p:cNvGrpSpPr/>
            <p:nvPr/>
          </p:nvGrpSpPr>
          <p:grpSpPr>
            <a:xfrm>
              <a:off x="4246593" y="503900"/>
              <a:ext cx="901831" cy="901928"/>
              <a:chOff x="5998919" y="3270921"/>
              <a:chExt cx="1426046" cy="1426198"/>
            </a:xfrm>
          </p:grpSpPr>
          <p:sp>
            <p:nvSpPr>
              <p:cNvPr id="1281" name="Google Shape;1281;p69"/>
              <p:cNvSpPr/>
              <p:nvPr/>
            </p:nvSpPr>
            <p:spPr>
              <a:xfrm>
                <a:off x="5998919" y="3270921"/>
                <a:ext cx="713137" cy="713137"/>
              </a:xfrm>
              <a:custGeom>
                <a:rect b="b" l="l" r="r" t="t"/>
                <a:pathLst>
                  <a:path extrusionOk="0" h="713137" w="713137">
                    <a:moveTo>
                      <a:pt x="713137" y="521407"/>
                    </a:moveTo>
                    <a:lnTo>
                      <a:pt x="713137" y="0"/>
                    </a:lnTo>
                    <a:cubicBezTo>
                      <a:pt x="319271" y="0"/>
                      <a:pt x="0" y="319271"/>
                      <a:pt x="0" y="713137"/>
                    </a:cubicBezTo>
                    <a:lnTo>
                      <a:pt x="521408" y="713137"/>
                    </a:lnTo>
                    <a:cubicBezTo>
                      <a:pt x="521408" y="607245"/>
                      <a:pt x="607245" y="521407"/>
                      <a:pt x="713137" y="52140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2" name="Google Shape;1282;p69"/>
              <p:cNvSpPr/>
              <p:nvPr/>
            </p:nvSpPr>
            <p:spPr>
              <a:xfrm>
                <a:off x="5998919" y="3983982"/>
                <a:ext cx="1426046" cy="713137"/>
              </a:xfrm>
              <a:custGeom>
                <a:rect b="b" l="l" r="r" t="t"/>
                <a:pathLst>
                  <a:path extrusionOk="0" h="713137" w="1426046">
                    <a:moveTo>
                      <a:pt x="904715" y="5165"/>
                    </a:moveTo>
                    <a:cubicBezTo>
                      <a:pt x="901981" y="108702"/>
                      <a:pt x="817282" y="191730"/>
                      <a:pt x="713137" y="191730"/>
                    </a:cubicBezTo>
                    <a:cubicBezTo>
                      <a:pt x="607245" y="191730"/>
                      <a:pt x="521408" y="105892"/>
                      <a:pt x="521408" y="0"/>
                    </a:cubicBezTo>
                    <a:lnTo>
                      <a:pt x="0" y="0"/>
                    </a:lnTo>
                    <a:cubicBezTo>
                      <a:pt x="0" y="393866"/>
                      <a:pt x="319271" y="713137"/>
                      <a:pt x="713137" y="713137"/>
                    </a:cubicBezTo>
                    <a:cubicBezTo>
                      <a:pt x="1100623" y="713137"/>
                      <a:pt x="1415867" y="404121"/>
                      <a:pt x="1426047" y="19067"/>
                    </a:cubicBezTo>
                    <a:lnTo>
                      <a:pt x="904715" y="51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283" name="Google Shape;1283;p69"/>
            <p:cNvSpPr/>
            <p:nvPr/>
          </p:nvSpPr>
          <p:spPr>
            <a:xfrm>
              <a:off x="4783305" y="636091"/>
              <a:ext cx="365344" cy="330991"/>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4" name="Google Shape;1284;p69"/>
            <p:cNvSpPr/>
            <p:nvPr/>
          </p:nvSpPr>
          <p:spPr>
            <a:xfrm>
              <a:off x="4810784" y="788761"/>
              <a:ext cx="309659" cy="122566"/>
            </a:xfrm>
            <a:custGeom>
              <a:rect b="b" l="l" r="r" t="t"/>
              <a:pathLst>
                <a:path extrusionOk="0" h="193780" w="489579">
                  <a:moveTo>
                    <a:pt x="0" y="193781"/>
                  </a:moveTo>
                  <a:lnTo>
                    <a:pt x="48957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285" name="Google Shape;1285;p69"/>
            <p:cNvGrpSpPr/>
            <p:nvPr/>
          </p:nvGrpSpPr>
          <p:grpSpPr>
            <a:xfrm>
              <a:off x="4246593" y="503852"/>
              <a:ext cx="901928" cy="901976"/>
              <a:chOff x="5998919" y="3270845"/>
              <a:chExt cx="1426198" cy="1426274"/>
            </a:xfrm>
          </p:grpSpPr>
          <p:sp>
            <p:nvSpPr>
              <p:cNvPr id="1286" name="Google Shape;1286;p69"/>
              <p:cNvSpPr/>
              <p:nvPr/>
            </p:nvSpPr>
            <p:spPr>
              <a:xfrm>
                <a:off x="6712056" y="3270845"/>
                <a:ext cx="504239" cy="577619"/>
              </a:xfrm>
              <a:custGeom>
                <a:rect b="b" l="l" r="r" t="t"/>
                <a:pathLst>
                  <a:path extrusionOk="0" h="577619" w="504239">
                    <a:moveTo>
                      <a:pt x="135518" y="577620"/>
                    </a:moveTo>
                    <a:lnTo>
                      <a:pt x="504240" y="208897"/>
                    </a:lnTo>
                    <a:cubicBezTo>
                      <a:pt x="375179" y="79837"/>
                      <a:pt x="196895" y="0"/>
                      <a:pt x="0" y="0"/>
                    </a:cubicBezTo>
                    <a:lnTo>
                      <a:pt x="0" y="521408"/>
                    </a:lnTo>
                    <a:cubicBezTo>
                      <a:pt x="52946" y="521483"/>
                      <a:pt x="100879" y="542905"/>
                      <a:pt x="135518" y="57762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7" name="Google Shape;1287;p69"/>
              <p:cNvSpPr/>
              <p:nvPr/>
            </p:nvSpPr>
            <p:spPr>
              <a:xfrm>
                <a:off x="6847498" y="3479895"/>
                <a:ext cx="577619" cy="523306"/>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8" name="Google Shape;1288;p69"/>
              <p:cNvSpPr/>
              <p:nvPr/>
            </p:nvSpPr>
            <p:spPr>
              <a:xfrm>
                <a:off x="5998919" y="3270845"/>
                <a:ext cx="1426046" cy="1426274"/>
              </a:xfrm>
              <a:custGeom>
                <a:rect b="b" l="l" r="r" t="t"/>
                <a:pathLst>
                  <a:path extrusionOk="0" h="1426274" w="1426046">
                    <a:moveTo>
                      <a:pt x="904715" y="718303"/>
                    </a:moveTo>
                    <a:cubicBezTo>
                      <a:pt x="901981" y="821840"/>
                      <a:pt x="817282" y="904867"/>
                      <a:pt x="713137" y="904867"/>
                    </a:cubicBezTo>
                    <a:cubicBezTo>
                      <a:pt x="607245" y="904867"/>
                      <a:pt x="521408" y="819029"/>
                      <a:pt x="521408" y="713137"/>
                    </a:cubicBezTo>
                    <a:cubicBezTo>
                      <a:pt x="521408" y="607245"/>
                      <a:pt x="607245" y="521408"/>
                      <a:pt x="713137" y="521408"/>
                    </a:cubicBezTo>
                    <a:lnTo>
                      <a:pt x="713137" y="0"/>
                    </a:lnTo>
                    <a:cubicBezTo>
                      <a:pt x="319271" y="0"/>
                      <a:pt x="0" y="319271"/>
                      <a:pt x="0" y="713137"/>
                    </a:cubicBezTo>
                    <a:cubicBezTo>
                      <a:pt x="0" y="1107003"/>
                      <a:pt x="319271" y="1426274"/>
                      <a:pt x="713137" y="1426274"/>
                    </a:cubicBezTo>
                    <a:cubicBezTo>
                      <a:pt x="1100623" y="1426274"/>
                      <a:pt x="1415867" y="1117258"/>
                      <a:pt x="1426047" y="732204"/>
                    </a:cubicBezTo>
                    <a:lnTo>
                      <a:pt x="904715" y="718303"/>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pic>
        <p:nvPicPr>
          <p:cNvPr id="1289" name="Google Shape;1289;p69"/>
          <p:cNvPicPr preferRelativeResize="0"/>
          <p:nvPr/>
        </p:nvPicPr>
        <p:blipFill>
          <a:blip r:embed="rId3">
            <a:alphaModFix/>
          </a:blip>
          <a:stretch>
            <a:fillRect/>
          </a:stretch>
        </p:blipFill>
        <p:spPr>
          <a:xfrm>
            <a:off x="4866809" y="1789100"/>
            <a:ext cx="4032791" cy="2612125"/>
          </a:xfrm>
          <a:prstGeom prst="rect">
            <a:avLst/>
          </a:prstGeom>
          <a:noFill/>
          <a:ln>
            <a:noFill/>
          </a:ln>
        </p:spPr>
      </p:pic>
      <p:sp>
        <p:nvSpPr>
          <p:cNvPr id="1290" name="Google Shape;1290;p69"/>
          <p:cNvSpPr txBox="1"/>
          <p:nvPr>
            <p:ph idx="1" type="subTitle"/>
          </p:nvPr>
        </p:nvSpPr>
        <p:spPr>
          <a:xfrm>
            <a:off x="720075" y="1789100"/>
            <a:ext cx="3686100" cy="2272500"/>
          </a:xfrm>
          <a:prstGeom prst="rect">
            <a:avLst/>
          </a:prstGeom>
          <a:noFill/>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No. These outliers are because of an error in the machine, or the person recording the reading, since negative CO₂ volume may be unrealistic.</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4" name="Shape 1294"/>
        <p:cNvGrpSpPr/>
        <p:nvPr/>
      </p:nvGrpSpPr>
      <p:grpSpPr>
        <a:xfrm>
          <a:off x="0" y="0"/>
          <a:ext cx="0" cy="0"/>
          <a:chOff x="0" y="0"/>
          <a:chExt cx="0" cy="0"/>
        </a:xfrm>
      </p:grpSpPr>
      <p:sp>
        <p:nvSpPr>
          <p:cNvPr id="1295" name="Google Shape;1295;p70"/>
          <p:cNvSpPr txBox="1"/>
          <p:nvPr>
            <p:ph type="title"/>
          </p:nvPr>
        </p:nvSpPr>
        <p:spPr>
          <a:xfrm>
            <a:off x="2347950" y="1147088"/>
            <a:ext cx="4448100" cy="117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Thanks!</a:t>
            </a:r>
            <a:endParaRPr/>
          </a:p>
        </p:txBody>
      </p:sp>
      <p:sp>
        <p:nvSpPr>
          <p:cNvPr id="1296" name="Google Shape;1296;p70"/>
          <p:cNvSpPr txBox="1"/>
          <p:nvPr>
            <p:ph idx="1" type="subTitle"/>
          </p:nvPr>
        </p:nvSpPr>
        <p:spPr>
          <a:xfrm>
            <a:off x="2347900" y="2503800"/>
            <a:ext cx="4448100" cy="34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t>Do you have any questions?</a:t>
            </a:r>
            <a:endParaRPr b="1"/>
          </a:p>
          <a:p>
            <a:pPr indent="0" lvl="0" marL="0" rtl="0" algn="ctr">
              <a:spcBef>
                <a:spcPts val="0"/>
              </a:spcBef>
              <a:spcAft>
                <a:spcPts val="0"/>
              </a:spcAft>
              <a:buNone/>
            </a:pPr>
            <a:r>
              <a:t/>
            </a:r>
            <a:endParaRPr/>
          </a:p>
        </p:txBody>
      </p:sp>
      <p:grpSp>
        <p:nvGrpSpPr>
          <p:cNvPr id="1297" name="Google Shape;1297;p70"/>
          <p:cNvGrpSpPr/>
          <p:nvPr/>
        </p:nvGrpSpPr>
        <p:grpSpPr>
          <a:xfrm>
            <a:off x="554728" y="1452090"/>
            <a:ext cx="1277710" cy="851703"/>
            <a:chOff x="5491417" y="588600"/>
            <a:chExt cx="1098728" cy="732459"/>
          </a:xfrm>
        </p:grpSpPr>
        <p:sp>
          <p:nvSpPr>
            <p:cNvPr id="1298" name="Google Shape;1298;p70"/>
            <p:cNvSpPr/>
            <p:nvPr/>
          </p:nvSpPr>
          <p:spPr>
            <a:xfrm>
              <a:off x="5491417" y="588600"/>
              <a:ext cx="183058" cy="183057"/>
            </a:xfrm>
            <a:custGeom>
              <a:rect b="b" l="l" r="r" t="t"/>
              <a:pathLst>
                <a:path extrusionOk="0" h="254246" w="254247">
                  <a:moveTo>
                    <a:pt x="254248" y="254247"/>
                  </a:moveTo>
                  <a:lnTo>
                    <a:pt x="0" y="254247"/>
                  </a:lnTo>
                  <a:lnTo>
                    <a:pt x="0" y="106044"/>
                  </a:lnTo>
                  <a:cubicBezTo>
                    <a:pt x="0" y="47477"/>
                    <a:pt x="47477" y="0"/>
                    <a:pt x="106044" y="0"/>
                  </a:cubicBezTo>
                  <a:lnTo>
                    <a:pt x="254248" y="0"/>
                  </a:lnTo>
                  <a:lnTo>
                    <a:pt x="254248"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9" name="Google Shape;1299;p70"/>
            <p:cNvSpPr/>
            <p:nvPr/>
          </p:nvSpPr>
          <p:spPr>
            <a:xfrm>
              <a:off x="5491417" y="771734"/>
              <a:ext cx="183057" cy="183057"/>
            </a:xfrm>
            <a:custGeom>
              <a:rect b="b" l="l" r="r" t="t"/>
              <a:pathLst>
                <a:path extrusionOk="0" h="254246" w="254246">
                  <a:moveTo>
                    <a:pt x="0" y="0"/>
                  </a:moveTo>
                  <a:lnTo>
                    <a:pt x="254246" y="0"/>
                  </a:lnTo>
                  <a:lnTo>
                    <a:pt x="254246"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0" name="Google Shape;1300;p70"/>
            <p:cNvSpPr/>
            <p:nvPr/>
          </p:nvSpPr>
          <p:spPr>
            <a:xfrm>
              <a:off x="5491417" y="954868"/>
              <a:ext cx="183057" cy="183057"/>
            </a:xfrm>
            <a:custGeom>
              <a:rect b="b" l="l" r="r" t="t"/>
              <a:pathLst>
                <a:path extrusionOk="0" h="254246" w="254246">
                  <a:moveTo>
                    <a:pt x="0" y="0"/>
                  </a:moveTo>
                  <a:lnTo>
                    <a:pt x="254246" y="0"/>
                  </a:lnTo>
                  <a:lnTo>
                    <a:pt x="254246"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1" name="Google Shape;1301;p70"/>
            <p:cNvSpPr/>
            <p:nvPr/>
          </p:nvSpPr>
          <p:spPr>
            <a:xfrm>
              <a:off x="5491417" y="1138002"/>
              <a:ext cx="183058" cy="183002"/>
            </a:xfrm>
            <a:custGeom>
              <a:rect b="b" l="l" r="r" t="t"/>
              <a:pathLst>
                <a:path extrusionOk="0" h="254170" w="254247">
                  <a:moveTo>
                    <a:pt x="254248" y="254171"/>
                  </a:moveTo>
                  <a:lnTo>
                    <a:pt x="106044" y="254171"/>
                  </a:lnTo>
                  <a:cubicBezTo>
                    <a:pt x="47477" y="254171"/>
                    <a:pt x="0" y="206694"/>
                    <a:pt x="0" y="148127"/>
                  </a:cubicBezTo>
                  <a:lnTo>
                    <a:pt x="0" y="0"/>
                  </a:lnTo>
                  <a:lnTo>
                    <a:pt x="254248" y="0"/>
                  </a:lnTo>
                  <a:lnTo>
                    <a:pt x="254248" y="254171"/>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2" name="Google Shape;1302;p70"/>
            <p:cNvSpPr/>
            <p:nvPr/>
          </p:nvSpPr>
          <p:spPr>
            <a:xfrm>
              <a:off x="5674551" y="588600"/>
              <a:ext cx="183057" cy="183057"/>
            </a:xfrm>
            <a:custGeom>
              <a:rect b="b" l="l" r="r" t="t"/>
              <a:pathLst>
                <a:path extrusionOk="0" h="254246" w="254246">
                  <a:moveTo>
                    <a:pt x="0" y="0"/>
                  </a:moveTo>
                  <a:lnTo>
                    <a:pt x="254247" y="0"/>
                  </a:lnTo>
                  <a:lnTo>
                    <a:pt x="254247"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3" name="Google Shape;1303;p70"/>
            <p:cNvSpPr/>
            <p:nvPr/>
          </p:nvSpPr>
          <p:spPr>
            <a:xfrm>
              <a:off x="5674551" y="771734"/>
              <a:ext cx="183057" cy="183057"/>
            </a:xfrm>
            <a:custGeom>
              <a:rect b="b" l="l" r="r" t="t"/>
              <a:pathLst>
                <a:path extrusionOk="0" h="254246" w="254246">
                  <a:moveTo>
                    <a:pt x="0" y="0"/>
                  </a:moveTo>
                  <a:lnTo>
                    <a:pt x="254247" y="0"/>
                  </a:lnTo>
                  <a:lnTo>
                    <a:pt x="254247"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4" name="Google Shape;1304;p70"/>
            <p:cNvSpPr/>
            <p:nvPr/>
          </p:nvSpPr>
          <p:spPr>
            <a:xfrm>
              <a:off x="5674551" y="954868"/>
              <a:ext cx="183057" cy="183057"/>
            </a:xfrm>
            <a:custGeom>
              <a:rect b="b" l="l" r="r" t="t"/>
              <a:pathLst>
                <a:path extrusionOk="0" h="254246" w="254246">
                  <a:moveTo>
                    <a:pt x="0" y="0"/>
                  </a:moveTo>
                  <a:lnTo>
                    <a:pt x="254247" y="0"/>
                  </a:lnTo>
                  <a:lnTo>
                    <a:pt x="254247"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5" name="Google Shape;1305;p70"/>
            <p:cNvSpPr/>
            <p:nvPr/>
          </p:nvSpPr>
          <p:spPr>
            <a:xfrm>
              <a:off x="5674551" y="1138002"/>
              <a:ext cx="183057" cy="183057"/>
            </a:xfrm>
            <a:custGeom>
              <a:rect b="b" l="l" r="r" t="t"/>
              <a:pathLst>
                <a:path extrusionOk="0" h="254246" w="254246">
                  <a:moveTo>
                    <a:pt x="0" y="0"/>
                  </a:moveTo>
                  <a:lnTo>
                    <a:pt x="254247" y="0"/>
                  </a:lnTo>
                  <a:lnTo>
                    <a:pt x="254247"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6" name="Google Shape;1306;p70"/>
            <p:cNvSpPr/>
            <p:nvPr/>
          </p:nvSpPr>
          <p:spPr>
            <a:xfrm>
              <a:off x="5857685" y="588600"/>
              <a:ext cx="183057" cy="183057"/>
            </a:xfrm>
            <a:custGeom>
              <a:rect b="b" l="l" r="r" t="t"/>
              <a:pathLst>
                <a:path extrusionOk="0" h="254246" w="254246">
                  <a:moveTo>
                    <a:pt x="0" y="0"/>
                  </a:moveTo>
                  <a:lnTo>
                    <a:pt x="254247" y="0"/>
                  </a:lnTo>
                  <a:lnTo>
                    <a:pt x="254247"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7" name="Google Shape;1307;p70"/>
            <p:cNvSpPr/>
            <p:nvPr/>
          </p:nvSpPr>
          <p:spPr>
            <a:xfrm>
              <a:off x="5857685" y="771734"/>
              <a:ext cx="183057" cy="183057"/>
            </a:xfrm>
            <a:custGeom>
              <a:rect b="b" l="l" r="r" t="t"/>
              <a:pathLst>
                <a:path extrusionOk="0" h="254246" w="254246">
                  <a:moveTo>
                    <a:pt x="0" y="0"/>
                  </a:moveTo>
                  <a:lnTo>
                    <a:pt x="254247" y="0"/>
                  </a:lnTo>
                  <a:lnTo>
                    <a:pt x="254247"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8" name="Google Shape;1308;p70"/>
            <p:cNvSpPr/>
            <p:nvPr/>
          </p:nvSpPr>
          <p:spPr>
            <a:xfrm>
              <a:off x="5857685" y="954868"/>
              <a:ext cx="183057" cy="183057"/>
            </a:xfrm>
            <a:custGeom>
              <a:rect b="b" l="l" r="r" t="t"/>
              <a:pathLst>
                <a:path extrusionOk="0" h="254246" w="254246">
                  <a:moveTo>
                    <a:pt x="0" y="0"/>
                  </a:moveTo>
                  <a:lnTo>
                    <a:pt x="254247" y="0"/>
                  </a:lnTo>
                  <a:lnTo>
                    <a:pt x="254247"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9" name="Google Shape;1309;p70"/>
            <p:cNvSpPr/>
            <p:nvPr/>
          </p:nvSpPr>
          <p:spPr>
            <a:xfrm>
              <a:off x="5857685" y="1138002"/>
              <a:ext cx="183057" cy="183057"/>
            </a:xfrm>
            <a:custGeom>
              <a:rect b="b" l="l" r="r" t="t"/>
              <a:pathLst>
                <a:path extrusionOk="0" h="254246" w="254246">
                  <a:moveTo>
                    <a:pt x="0" y="0"/>
                  </a:moveTo>
                  <a:lnTo>
                    <a:pt x="254247" y="0"/>
                  </a:lnTo>
                  <a:lnTo>
                    <a:pt x="254247"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0" name="Google Shape;1310;p70"/>
            <p:cNvSpPr/>
            <p:nvPr/>
          </p:nvSpPr>
          <p:spPr>
            <a:xfrm>
              <a:off x="6040819" y="588600"/>
              <a:ext cx="183057" cy="183057"/>
            </a:xfrm>
            <a:custGeom>
              <a:rect b="b" l="l" r="r" t="t"/>
              <a:pathLst>
                <a:path extrusionOk="0" h="254246" w="254246">
                  <a:moveTo>
                    <a:pt x="0" y="0"/>
                  </a:moveTo>
                  <a:lnTo>
                    <a:pt x="254246" y="0"/>
                  </a:lnTo>
                  <a:lnTo>
                    <a:pt x="254246"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1" name="Google Shape;1311;p70"/>
            <p:cNvSpPr/>
            <p:nvPr/>
          </p:nvSpPr>
          <p:spPr>
            <a:xfrm>
              <a:off x="6040819" y="771734"/>
              <a:ext cx="183057" cy="183057"/>
            </a:xfrm>
            <a:custGeom>
              <a:rect b="b" l="l" r="r" t="t"/>
              <a:pathLst>
                <a:path extrusionOk="0" h="254246" w="254246">
                  <a:moveTo>
                    <a:pt x="0" y="0"/>
                  </a:moveTo>
                  <a:lnTo>
                    <a:pt x="254246" y="0"/>
                  </a:lnTo>
                  <a:lnTo>
                    <a:pt x="254246"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2" name="Google Shape;1312;p70"/>
            <p:cNvSpPr/>
            <p:nvPr/>
          </p:nvSpPr>
          <p:spPr>
            <a:xfrm>
              <a:off x="6040819" y="954868"/>
              <a:ext cx="183057" cy="183057"/>
            </a:xfrm>
            <a:custGeom>
              <a:rect b="b" l="l" r="r" t="t"/>
              <a:pathLst>
                <a:path extrusionOk="0" h="254246" w="254246">
                  <a:moveTo>
                    <a:pt x="0" y="0"/>
                  </a:moveTo>
                  <a:lnTo>
                    <a:pt x="254246" y="0"/>
                  </a:lnTo>
                  <a:lnTo>
                    <a:pt x="254246"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3" name="Google Shape;1313;p70"/>
            <p:cNvSpPr/>
            <p:nvPr/>
          </p:nvSpPr>
          <p:spPr>
            <a:xfrm>
              <a:off x="6040819" y="1138002"/>
              <a:ext cx="183057" cy="183057"/>
            </a:xfrm>
            <a:custGeom>
              <a:rect b="b" l="l" r="r" t="t"/>
              <a:pathLst>
                <a:path extrusionOk="0" h="254246" w="254246">
                  <a:moveTo>
                    <a:pt x="0" y="0"/>
                  </a:moveTo>
                  <a:lnTo>
                    <a:pt x="254246" y="0"/>
                  </a:lnTo>
                  <a:lnTo>
                    <a:pt x="254246"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4" name="Google Shape;1314;p70"/>
            <p:cNvSpPr/>
            <p:nvPr/>
          </p:nvSpPr>
          <p:spPr>
            <a:xfrm>
              <a:off x="6223953" y="588600"/>
              <a:ext cx="183057" cy="183057"/>
            </a:xfrm>
            <a:custGeom>
              <a:rect b="b" l="l" r="r" t="t"/>
              <a:pathLst>
                <a:path extrusionOk="0" h="254246" w="254246">
                  <a:moveTo>
                    <a:pt x="0" y="0"/>
                  </a:moveTo>
                  <a:lnTo>
                    <a:pt x="254246" y="0"/>
                  </a:lnTo>
                  <a:lnTo>
                    <a:pt x="254246"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5" name="Google Shape;1315;p70"/>
            <p:cNvSpPr/>
            <p:nvPr/>
          </p:nvSpPr>
          <p:spPr>
            <a:xfrm>
              <a:off x="6223953" y="771734"/>
              <a:ext cx="183057" cy="183057"/>
            </a:xfrm>
            <a:custGeom>
              <a:rect b="b" l="l" r="r" t="t"/>
              <a:pathLst>
                <a:path extrusionOk="0" h="254246" w="254246">
                  <a:moveTo>
                    <a:pt x="0" y="0"/>
                  </a:moveTo>
                  <a:lnTo>
                    <a:pt x="254246" y="0"/>
                  </a:lnTo>
                  <a:lnTo>
                    <a:pt x="254246"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6" name="Google Shape;1316;p70"/>
            <p:cNvSpPr/>
            <p:nvPr/>
          </p:nvSpPr>
          <p:spPr>
            <a:xfrm>
              <a:off x="6223953" y="954868"/>
              <a:ext cx="183057" cy="183057"/>
            </a:xfrm>
            <a:custGeom>
              <a:rect b="b" l="l" r="r" t="t"/>
              <a:pathLst>
                <a:path extrusionOk="0" h="254246" w="254246">
                  <a:moveTo>
                    <a:pt x="0" y="0"/>
                  </a:moveTo>
                  <a:lnTo>
                    <a:pt x="254246" y="0"/>
                  </a:lnTo>
                  <a:lnTo>
                    <a:pt x="254246"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7" name="Google Shape;1317;p70"/>
            <p:cNvSpPr/>
            <p:nvPr/>
          </p:nvSpPr>
          <p:spPr>
            <a:xfrm>
              <a:off x="6223953" y="1138002"/>
              <a:ext cx="183057" cy="183057"/>
            </a:xfrm>
            <a:custGeom>
              <a:rect b="b" l="l" r="r" t="t"/>
              <a:pathLst>
                <a:path extrusionOk="0" h="254246" w="254246">
                  <a:moveTo>
                    <a:pt x="0" y="0"/>
                  </a:moveTo>
                  <a:lnTo>
                    <a:pt x="254246" y="0"/>
                  </a:lnTo>
                  <a:lnTo>
                    <a:pt x="254246"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8" name="Google Shape;1318;p70"/>
            <p:cNvSpPr/>
            <p:nvPr/>
          </p:nvSpPr>
          <p:spPr>
            <a:xfrm>
              <a:off x="6407087" y="588600"/>
              <a:ext cx="183057" cy="183057"/>
            </a:xfrm>
            <a:custGeom>
              <a:rect b="b" l="l" r="r" t="t"/>
              <a:pathLst>
                <a:path extrusionOk="0" h="254246" w="254246">
                  <a:moveTo>
                    <a:pt x="254247" y="254247"/>
                  </a:moveTo>
                  <a:lnTo>
                    <a:pt x="0" y="254247"/>
                  </a:lnTo>
                  <a:lnTo>
                    <a:pt x="0" y="0"/>
                  </a:lnTo>
                  <a:lnTo>
                    <a:pt x="148203" y="0"/>
                  </a:lnTo>
                  <a:cubicBezTo>
                    <a:pt x="206770" y="0"/>
                    <a:pt x="254247" y="47477"/>
                    <a:pt x="254247" y="106044"/>
                  </a:cubicBezTo>
                  <a:lnTo>
                    <a:pt x="254247"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9" name="Google Shape;1319;p70"/>
            <p:cNvSpPr/>
            <p:nvPr/>
          </p:nvSpPr>
          <p:spPr>
            <a:xfrm>
              <a:off x="6407087" y="771734"/>
              <a:ext cx="183057" cy="183057"/>
            </a:xfrm>
            <a:custGeom>
              <a:rect b="b" l="l" r="r" t="t"/>
              <a:pathLst>
                <a:path extrusionOk="0" h="254246" w="254246">
                  <a:moveTo>
                    <a:pt x="0" y="0"/>
                  </a:moveTo>
                  <a:lnTo>
                    <a:pt x="254247" y="0"/>
                  </a:lnTo>
                  <a:lnTo>
                    <a:pt x="254247"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0" name="Google Shape;1320;p70"/>
            <p:cNvSpPr/>
            <p:nvPr/>
          </p:nvSpPr>
          <p:spPr>
            <a:xfrm>
              <a:off x="6407087" y="954868"/>
              <a:ext cx="183057" cy="183057"/>
            </a:xfrm>
            <a:custGeom>
              <a:rect b="b" l="l" r="r" t="t"/>
              <a:pathLst>
                <a:path extrusionOk="0" h="254246" w="254246">
                  <a:moveTo>
                    <a:pt x="0" y="0"/>
                  </a:moveTo>
                  <a:lnTo>
                    <a:pt x="254247" y="0"/>
                  </a:lnTo>
                  <a:lnTo>
                    <a:pt x="254247" y="254247"/>
                  </a:lnTo>
                  <a:lnTo>
                    <a:pt x="0" y="254247"/>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1" name="Google Shape;1321;p70"/>
            <p:cNvSpPr/>
            <p:nvPr/>
          </p:nvSpPr>
          <p:spPr>
            <a:xfrm>
              <a:off x="6407032" y="1138002"/>
              <a:ext cx="183057" cy="183002"/>
            </a:xfrm>
            <a:custGeom>
              <a:rect b="b" l="l" r="r" t="t"/>
              <a:pathLst>
                <a:path extrusionOk="0" h="254170" w="254246">
                  <a:moveTo>
                    <a:pt x="148203" y="254171"/>
                  </a:moveTo>
                  <a:lnTo>
                    <a:pt x="0" y="254171"/>
                  </a:lnTo>
                  <a:lnTo>
                    <a:pt x="0" y="0"/>
                  </a:lnTo>
                  <a:lnTo>
                    <a:pt x="254247" y="0"/>
                  </a:lnTo>
                  <a:lnTo>
                    <a:pt x="254247" y="148203"/>
                  </a:lnTo>
                  <a:cubicBezTo>
                    <a:pt x="254323" y="206694"/>
                    <a:pt x="206770" y="254171"/>
                    <a:pt x="148203" y="254171"/>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2" name="Google Shape;1322;p70"/>
            <p:cNvSpPr/>
            <p:nvPr/>
          </p:nvSpPr>
          <p:spPr>
            <a:xfrm>
              <a:off x="5646646" y="740710"/>
              <a:ext cx="55786" cy="55786"/>
            </a:xfrm>
            <a:custGeom>
              <a:rect b="b" l="l" r="r" t="t"/>
              <a:pathLst>
                <a:path extrusionOk="0" h="77481" w="77481">
                  <a:moveTo>
                    <a:pt x="77482" y="38741"/>
                  </a:moveTo>
                  <a:cubicBezTo>
                    <a:pt x="77482" y="60162"/>
                    <a:pt x="60162" y="77482"/>
                    <a:pt x="38741" y="77482"/>
                  </a:cubicBezTo>
                  <a:cubicBezTo>
                    <a:pt x="17319" y="77482"/>
                    <a:pt x="0" y="60162"/>
                    <a:pt x="0" y="38741"/>
                  </a:cubicBezTo>
                  <a:cubicBezTo>
                    <a:pt x="0" y="17319"/>
                    <a:pt x="17319" y="0"/>
                    <a:pt x="38741" y="0"/>
                  </a:cubicBezTo>
                  <a:cubicBezTo>
                    <a:pt x="60162" y="76"/>
                    <a:pt x="77482" y="17395"/>
                    <a:pt x="77482" y="3874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3" name="Google Shape;1323;p70"/>
            <p:cNvSpPr/>
            <p:nvPr/>
          </p:nvSpPr>
          <p:spPr>
            <a:xfrm>
              <a:off x="5741250" y="831703"/>
              <a:ext cx="55786" cy="55786"/>
            </a:xfrm>
            <a:custGeom>
              <a:rect b="b" l="l" r="r" t="t"/>
              <a:pathLst>
                <a:path extrusionOk="0" h="77481" w="77481">
                  <a:moveTo>
                    <a:pt x="77482" y="38741"/>
                  </a:moveTo>
                  <a:cubicBezTo>
                    <a:pt x="77482" y="60137"/>
                    <a:pt x="60138" y="77482"/>
                    <a:pt x="38741" y="77482"/>
                  </a:cubicBezTo>
                  <a:cubicBezTo>
                    <a:pt x="17345" y="77482"/>
                    <a:pt x="1" y="60137"/>
                    <a:pt x="1" y="38741"/>
                  </a:cubicBezTo>
                  <a:cubicBezTo>
                    <a:pt x="1" y="17345"/>
                    <a:pt x="17345" y="0"/>
                    <a:pt x="38741" y="0"/>
                  </a:cubicBezTo>
                  <a:cubicBezTo>
                    <a:pt x="60138" y="0"/>
                    <a:pt x="77482" y="17345"/>
                    <a:pt x="77482" y="3874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4" name="Google Shape;1324;p70"/>
            <p:cNvSpPr/>
            <p:nvPr/>
          </p:nvSpPr>
          <p:spPr>
            <a:xfrm>
              <a:off x="5961208" y="633029"/>
              <a:ext cx="55786" cy="55786"/>
            </a:xfrm>
            <a:custGeom>
              <a:rect b="b" l="l" r="r" t="t"/>
              <a:pathLst>
                <a:path extrusionOk="0" h="77481" w="77481">
                  <a:moveTo>
                    <a:pt x="77482" y="38741"/>
                  </a:moveTo>
                  <a:cubicBezTo>
                    <a:pt x="77482" y="60162"/>
                    <a:pt x="60162" y="77482"/>
                    <a:pt x="38741" y="77482"/>
                  </a:cubicBezTo>
                  <a:cubicBezTo>
                    <a:pt x="17319" y="77482"/>
                    <a:pt x="0" y="60162"/>
                    <a:pt x="0" y="38741"/>
                  </a:cubicBezTo>
                  <a:cubicBezTo>
                    <a:pt x="0" y="17319"/>
                    <a:pt x="17319" y="0"/>
                    <a:pt x="38741" y="0"/>
                  </a:cubicBezTo>
                  <a:cubicBezTo>
                    <a:pt x="60162" y="0"/>
                    <a:pt x="77482" y="17395"/>
                    <a:pt x="77482" y="38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5" name="Google Shape;1325;p70"/>
            <p:cNvSpPr/>
            <p:nvPr/>
          </p:nvSpPr>
          <p:spPr>
            <a:xfrm>
              <a:off x="5829780" y="990597"/>
              <a:ext cx="55786" cy="55786"/>
            </a:xfrm>
            <a:custGeom>
              <a:rect b="b" l="l" r="r" t="t"/>
              <a:pathLst>
                <a:path extrusionOk="0" h="77481" w="77481">
                  <a:moveTo>
                    <a:pt x="77482" y="38741"/>
                  </a:moveTo>
                  <a:cubicBezTo>
                    <a:pt x="77482" y="60162"/>
                    <a:pt x="60162" y="77482"/>
                    <a:pt x="38741" y="77482"/>
                  </a:cubicBezTo>
                  <a:cubicBezTo>
                    <a:pt x="17320" y="77482"/>
                    <a:pt x="0" y="60162"/>
                    <a:pt x="0" y="38741"/>
                  </a:cubicBezTo>
                  <a:cubicBezTo>
                    <a:pt x="0" y="17319"/>
                    <a:pt x="17320" y="0"/>
                    <a:pt x="38741" y="0"/>
                  </a:cubicBezTo>
                  <a:cubicBezTo>
                    <a:pt x="60086" y="0"/>
                    <a:pt x="77482" y="17395"/>
                    <a:pt x="77482" y="38741"/>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6" name="Google Shape;1326;p70"/>
            <p:cNvSpPr/>
            <p:nvPr/>
          </p:nvSpPr>
          <p:spPr>
            <a:xfrm>
              <a:off x="6099858" y="1214768"/>
              <a:ext cx="55786" cy="55786"/>
            </a:xfrm>
            <a:custGeom>
              <a:rect b="b" l="l" r="r" t="t"/>
              <a:pathLst>
                <a:path extrusionOk="0" h="77481" w="77481">
                  <a:moveTo>
                    <a:pt x="77482" y="38741"/>
                  </a:moveTo>
                  <a:cubicBezTo>
                    <a:pt x="77482" y="60137"/>
                    <a:pt x="60137" y="77482"/>
                    <a:pt x="38741" y="77482"/>
                  </a:cubicBezTo>
                  <a:cubicBezTo>
                    <a:pt x="17345" y="77482"/>
                    <a:pt x="0" y="60137"/>
                    <a:pt x="0" y="38741"/>
                  </a:cubicBezTo>
                  <a:cubicBezTo>
                    <a:pt x="0" y="17345"/>
                    <a:pt x="17345" y="0"/>
                    <a:pt x="38741" y="0"/>
                  </a:cubicBezTo>
                  <a:cubicBezTo>
                    <a:pt x="60137" y="0"/>
                    <a:pt x="77482" y="17345"/>
                    <a:pt x="77482" y="38741"/>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7" name="Google Shape;1327;p70"/>
            <p:cNvSpPr/>
            <p:nvPr/>
          </p:nvSpPr>
          <p:spPr>
            <a:xfrm>
              <a:off x="5891007" y="926963"/>
              <a:ext cx="55786" cy="55786"/>
            </a:xfrm>
            <a:custGeom>
              <a:rect b="b" l="l" r="r" t="t"/>
              <a:pathLst>
                <a:path extrusionOk="0" h="77481" w="77481">
                  <a:moveTo>
                    <a:pt x="77482" y="38741"/>
                  </a:moveTo>
                  <a:cubicBezTo>
                    <a:pt x="77482" y="60137"/>
                    <a:pt x="60137" y="77482"/>
                    <a:pt x="38741" y="77482"/>
                  </a:cubicBezTo>
                  <a:cubicBezTo>
                    <a:pt x="17345" y="77482"/>
                    <a:pt x="1" y="60137"/>
                    <a:pt x="1" y="38741"/>
                  </a:cubicBezTo>
                  <a:cubicBezTo>
                    <a:pt x="1" y="17345"/>
                    <a:pt x="17345" y="0"/>
                    <a:pt x="38741" y="0"/>
                  </a:cubicBezTo>
                  <a:cubicBezTo>
                    <a:pt x="60137" y="0"/>
                    <a:pt x="77482" y="17345"/>
                    <a:pt x="77482" y="38741"/>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8" name="Google Shape;1328;p70"/>
            <p:cNvSpPr/>
            <p:nvPr/>
          </p:nvSpPr>
          <p:spPr>
            <a:xfrm>
              <a:off x="5543343" y="633029"/>
              <a:ext cx="55786" cy="55786"/>
            </a:xfrm>
            <a:custGeom>
              <a:rect b="b" l="l" r="r" t="t"/>
              <a:pathLst>
                <a:path extrusionOk="0" h="77481" w="77481">
                  <a:moveTo>
                    <a:pt x="77482" y="38741"/>
                  </a:moveTo>
                  <a:cubicBezTo>
                    <a:pt x="77482" y="60162"/>
                    <a:pt x="60162" y="77482"/>
                    <a:pt x="38741" y="77482"/>
                  </a:cubicBezTo>
                  <a:cubicBezTo>
                    <a:pt x="17319" y="77482"/>
                    <a:pt x="0" y="60162"/>
                    <a:pt x="0" y="38741"/>
                  </a:cubicBezTo>
                  <a:cubicBezTo>
                    <a:pt x="0" y="17319"/>
                    <a:pt x="17319" y="0"/>
                    <a:pt x="38741" y="0"/>
                  </a:cubicBezTo>
                  <a:cubicBezTo>
                    <a:pt x="60086" y="0"/>
                    <a:pt x="77482" y="17395"/>
                    <a:pt x="77482" y="38741"/>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9" name="Google Shape;1329;p70"/>
            <p:cNvSpPr/>
            <p:nvPr/>
          </p:nvSpPr>
          <p:spPr>
            <a:xfrm>
              <a:off x="5829780" y="850142"/>
              <a:ext cx="55786" cy="55786"/>
            </a:xfrm>
            <a:custGeom>
              <a:rect b="b" l="l" r="r" t="t"/>
              <a:pathLst>
                <a:path extrusionOk="0" h="77481" w="77481">
                  <a:moveTo>
                    <a:pt x="77482" y="38741"/>
                  </a:moveTo>
                  <a:cubicBezTo>
                    <a:pt x="77482" y="60162"/>
                    <a:pt x="60162" y="77482"/>
                    <a:pt x="38741" y="77482"/>
                  </a:cubicBezTo>
                  <a:cubicBezTo>
                    <a:pt x="17320" y="77482"/>
                    <a:pt x="0" y="60162"/>
                    <a:pt x="0" y="38741"/>
                  </a:cubicBezTo>
                  <a:cubicBezTo>
                    <a:pt x="0" y="17319"/>
                    <a:pt x="17320" y="0"/>
                    <a:pt x="38741" y="0"/>
                  </a:cubicBezTo>
                  <a:cubicBezTo>
                    <a:pt x="60086" y="0"/>
                    <a:pt x="77482" y="17319"/>
                    <a:pt x="77482" y="38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0" name="Google Shape;1330;p70"/>
            <p:cNvSpPr/>
            <p:nvPr/>
          </p:nvSpPr>
          <p:spPr>
            <a:xfrm>
              <a:off x="5741250" y="935444"/>
              <a:ext cx="55786" cy="55786"/>
            </a:xfrm>
            <a:custGeom>
              <a:rect b="b" l="l" r="r" t="t"/>
              <a:pathLst>
                <a:path extrusionOk="0" h="77481" w="77481">
                  <a:moveTo>
                    <a:pt x="77482" y="38741"/>
                  </a:moveTo>
                  <a:cubicBezTo>
                    <a:pt x="77482" y="60137"/>
                    <a:pt x="60138" y="77482"/>
                    <a:pt x="38741" y="77482"/>
                  </a:cubicBezTo>
                  <a:cubicBezTo>
                    <a:pt x="17345" y="77482"/>
                    <a:pt x="1" y="60137"/>
                    <a:pt x="1" y="38741"/>
                  </a:cubicBezTo>
                  <a:cubicBezTo>
                    <a:pt x="1" y="17345"/>
                    <a:pt x="17345" y="0"/>
                    <a:pt x="38741" y="0"/>
                  </a:cubicBezTo>
                  <a:cubicBezTo>
                    <a:pt x="60138" y="0"/>
                    <a:pt x="77482" y="17345"/>
                    <a:pt x="77482" y="3874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1" name="Google Shape;1331;p70"/>
            <p:cNvSpPr/>
            <p:nvPr/>
          </p:nvSpPr>
          <p:spPr>
            <a:xfrm>
              <a:off x="5575516" y="1018503"/>
              <a:ext cx="55786" cy="55786"/>
            </a:xfrm>
            <a:custGeom>
              <a:rect b="b" l="l" r="r" t="t"/>
              <a:pathLst>
                <a:path extrusionOk="0" h="77481" w="77481">
                  <a:moveTo>
                    <a:pt x="77482" y="38741"/>
                  </a:moveTo>
                  <a:cubicBezTo>
                    <a:pt x="77482" y="60162"/>
                    <a:pt x="60162" y="77482"/>
                    <a:pt x="38741" y="77482"/>
                  </a:cubicBezTo>
                  <a:cubicBezTo>
                    <a:pt x="17319" y="77482"/>
                    <a:pt x="0" y="60162"/>
                    <a:pt x="0" y="38741"/>
                  </a:cubicBezTo>
                  <a:cubicBezTo>
                    <a:pt x="0" y="17319"/>
                    <a:pt x="17319" y="0"/>
                    <a:pt x="38741" y="0"/>
                  </a:cubicBezTo>
                  <a:cubicBezTo>
                    <a:pt x="60086" y="0"/>
                    <a:pt x="77482" y="17395"/>
                    <a:pt x="77482" y="3874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2" name="Google Shape;1332;p70"/>
            <p:cNvSpPr/>
            <p:nvPr/>
          </p:nvSpPr>
          <p:spPr>
            <a:xfrm>
              <a:off x="5547610" y="1173732"/>
              <a:ext cx="55787" cy="55786"/>
            </a:xfrm>
            <a:custGeom>
              <a:rect b="b" l="l" r="r" t="t"/>
              <a:pathLst>
                <a:path extrusionOk="0" h="77481" w="77482">
                  <a:moveTo>
                    <a:pt x="77482" y="38741"/>
                  </a:moveTo>
                  <a:cubicBezTo>
                    <a:pt x="77482" y="60162"/>
                    <a:pt x="60163" y="77482"/>
                    <a:pt x="38742" y="77482"/>
                  </a:cubicBezTo>
                  <a:cubicBezTo>
                    <a:pt x="17320" y="77482"/>
                    <a:pt x="0" y="60162"/>
                    <a:pt x="0" y="38741"/>
                  </a:cubicBezTo>
                  <a:cubicBezTo>
                    <a:pt x="0" y="17320"/>
                    <a:pt x="17320" y="0"/>
                    <a:pt x="38742" y="0"/>
                  </a:cubicBezTo>
                  <a:cubicBezTo>
                    <a:pt x="60163" y="0"/>
                    <a:pt x="77482" y="17396"/>
                    <a:pt x="77482" y="387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3" name="Google Shape;1333;p70"/>
            <p:cNvSpPr/>
            <p:nvPr/>
          </p:nvSpPr>
          <p:spPr>
            <a:xfrm>
              <a:off x="5646646" y="878047"/>
              <a:ext cx="55786" cy="55786"/>
            </a:xfrm>
            <a:custGeom>
              <a:rect b="b" l="l" r="r" t="t"/>
              <a:pathLst>
                <a:path extrusionOk="0" h="77481" w="77481">
                  <a:moveTo>
                    <a:pt x="77482" y="38741"/>
                  </a:moveTo>
                  <a:cubicBezTo>
                    <a:pt x="77482" y="60162"/>
                    <a:pt x="60162" y="77482"/>
                    <a:pt x="38741" y="77482"/>
                  </a:cubicBezTo>
                  <a:cubicBezTo>
                    <a:pt x="17319" y="77482"/>
                    <a:pt x="0" y="60162"/>
                    <a:pt x="0" y="38741"/>
                  </a:cubicBezTo>
                  <a:cubicBezTo>
                    <a:pt x="0" y="17319"/>
                    <a:pt x="17319" y="0"/>
                    <a:pt x="38741" y="0"/>
                  </a:cubicBezTo>
                  <a:cubicBezTo>
                    <a:pt x="60162" y="0"/>
                    <a:pt x="77482" y="17319"/>
                    <a:pt x="77482" y="38741"/>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4" name="Google Shape;1334;p70"/>
            <p:cNvSpPr/>
            <p:nvPr/>
          </p:nvSpPr>
          <p:spPr>
            <a:xfrm>
              <a:off x="6292621" y="803852"/>
              <a:ext cx="55786" cy="55786"/>
            </a:xfrm>
            <a:custGeom>
              <a:rect b="b" l="l" r="r" t="t"/>
              <a:pathLst>
                <a:path extrusionOk="0" h="77481" w="77481">
                  <a:moveTo>
                    <a:pt x="77482" y="38741"/>
                  </a:moveTo>
                  <a:cubicBezTo>
                    <a:pt x="77482" y="60162"/>
                    <a:pt x="60163" y="77482"/>
                    <a:pt x="38741" y="77482"/>
                  </a:cubicBezTo>
                  <a:cubicBezTo>
                    <a:pt x="17320" y="77482"/>
                    <a:pt x="0" y="60162"/>
                    <a:pt x="0" y="38741"/>
                  </a:cubicBezTo>
                  <a:cubicBezTo>
                    <a:pt x="0" y="17319"/>
                    <a:pt x="17320" y="0"/>
                    <a:pt x="38741" y="0"/>
                  </a:cubicBezTo>
                  <a:cubicBezTo>
                    <a:pt x="60163" y="0"/>
                    <a:pt x="77482" y="17319"/>
                    <a:pt x="77482" y="38741"/>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335" name="Google Shape;1335;p70"/>
          <p:cNvGrpSpPr/>
          <p:nvPr/>
        </p:nvGrpSpPr>
        <p:grpSpPr>
          <a:xfrm>
            <a:off x="7636455" y="2729777"/>
            <a:ext cx="902056" cy="901976"/>
            <a:chOff x="4246593" y="503852"/>
            <a:chExt cx="902056" cy="901976"/>
          </a:xfrm>
        </p:grpSpPr>
        <p:grpSp>
          <p:nvGrpSpPr>
            <p:cNvPr id="1336" name="Google Shape;1336;p70"/>
            <p:cNvGrpSpPr/>
            <p:nvPr/>
          </p:nvGrpSpPr>
          <p:grpSpPr>
            <a:xfrm>
              <a:off x="4246593" y="503900"/>
              <a:ext cx="901831" cy="901928"/>
              <a:chOff x="5998919" y="3270921"/>
              <a:chExt cx="1426046" cy="1426198"/>
            </a:xfrm>
          </p:grpSpPr>
          <p:sp>
            <p:nvSpPr>
              <p:cNvPr id="1337" name="Google Shape;1337;p70"/>
              <p:cNvSpPr/>
              <p:nvPr/>
            </p:nvSpPr>
            <p:spPr>
              <a:xfrm>
                <a:off x="5998919" y="3270921"/>
                <a:ext cx="713137" cy="713137"/>
              </a:xfrm>
              <a:custGeom>
                <a:rect b="b" l="l" r="r" t="t"/>
                <a:pathLst>
                  <a:path extrusionOk="0" h="713137" w="713137">
                    <a:moveTo>
                      <a:pt x="713137" y="521407"/>
                    </a:moveTo>
                    <a:lnTo>
                      <a:pt x="713137" y="0"/>
                    </a:lnTo>
                    <a:cubicBezTo>
                      <a:pt x="319271" y="0"/>
                      <a:pt x="0" y="319271"/>
                      <a:pt x="0" y="713137"/>
                    </a:cubicBezTo>
                    <a:lnTo>
                      <a:pt x="521408" y="713137"/>
                    </a:lnTo>
                    <a:cubicBezTo>
                      <a:pt x="521408" y="607245"/>
                      <a:pt x="607245" y="521407"/>
                      <a:pt x="713137" y="52140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8" name="Google Shape;1338;p70"/>
              <p:cNvSpPr/>
              <p:nvPr/>
            </p:nvSpPr>
            <p:spPr>
              <a:xfrm>
                <a:off x="5998919" y="3983982"/>
                <a:ext cx="1426046" cy="713137"/>
              </a:xfrm>
              <a:custGeom>
                <a:rect b="b" l="l" r="r" t="t"/>
                <a:pathLst>
                  <a:path extrusionOk="0" h="713137" w="1426046">
                    <a:moveTo>
                      <a:pt x="904715" y="5165"/>
                    </a:moveTo>
                    <a:cubicBezTo>
                      <a:pt x="901981" y="108702"/>
                      <a:pt x="817282" y="191730"/>
                      <a:pt x="713137" y="191730"/>
                    </a:cubicBezTo>
                    <a:cubicBezTo>
                      <a:pt x="607245" y="191730"/>
                      <a:pt x="521408" y="105892"/>
                      <a:pt x="521408" y="0"/>
                    </a:cubicBezTo>
                    <a:lnTo>
                      <a:pt x="0" y="0"/>
                    </a:lnTo>
                    <a:cubicBezTo>
                      <a:pt x="0" y="393866"/>
                      <a:pt x="319271" y="713137"/>
                      <a:pt x="713137" y="713137"/>
                    </a:cubicBezTo>
                    <a:cubicBezTo>
                      <a:pt x="1100623" y="713137"/>
                      <a:pt x="1415867" y="404121"/>
                      <a:pt x="1426047" y="19067"/>
                    </a:cubicBezTo>
                    <a:lnTo>
                      <a:pt x="904715" y="51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339" name="Google Shape;1339;p70"/>
            <p:cNvSpPr/>
            <p:nvPr/>
          </p:nvSpPr>
          <p:spPr>
            <a:xfrm>
              <a:off x="4783305" y="636091"/>
              <a:ext cx="365344" cy="330991"/>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40" name="Google Shape;1340;p70"/>
            <p:cNvSpPr/>
            <p:nvPr/>
          </p:nvSpPr>
          <p:spPr>
            <a:xfrm>
              <a:off x="4810784" y="788761"/>
              <a:ext cx="309659" cy="122566"/>
            </a:xfrm>
            <a:custGeom>
              <a:rect b="b" l="l" r="r" t="t"/>
              <a:pathLst>
                <a:path extrusionOk="0" h="193780" w="489579">
                  <a:moveTo>
                    <a:pt x="0" y="193781"/>
                  </a:moveTo>
                  <a:lnTo>
                    <a:pt x="489579"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341" name="Google Shape;1341;p70"/>
            <p:cNvGrpSpPr/>
            <p:nvPr/>
          </p:nvGrpSpPr>
          <p:grpSpPr>
            <a:xfrm>
              <a:off x="4246593" y="503852"/>
              <a:ext cx="901928" cy="901976"/>
              <a:chOff x="5998919" y="3270845"/>
              <a:chExt cx="1426198" cy="1426274"/>
            </a:xfrm>
          </p:grpSpPr>
          <p:sp>
            <p:nvSpPr>
              <p:cNvPr id="1342" name="Google Shape;1342;p70"/>
              <p:cNvSpPr/>
              <p:nvPr/>
            </p:nvSpPr>
            <p:spPr>
              <a:xfrm>
                <a:off x="6712056" y="3270845"/>
                <a:ext cx="504239" cy="577619"/>
              </a:xfrm>
              <a:custGeom>
                <a:rect b="b" l="l" r="r" t="t"/>
                <a:pathLst>
                  <a:path extrusionOk="0" h="577619" w="504239">
                    <a:moveTo>
                      <a:pt x="135518" y="577620"/>
                    </a:moveTo>
                    <a:lnTo>
                      <a:pt x="504240" y="208897"/>
                    </a:lnTo>
                    <a:cubicBezTo>
                      <a:pt x="375179" y="79837"/>
                      <a:pt x="196895" y="0"/>
                      <a:pt x="0" y="0"/>
                    </a:cubicBezTo>
                    <a:lnTo>
                      <a:pt x="0" y="521408"/>
                    </a:lnTo>
                    <a:cubicBezTo>
                      <a:pt x="52946" y="521483"/>
                      <a:pt x="100879" y="542905"/>
                      <a:pt x="135518" y="57762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43" name="Google Shape;1343;p70"/>
              <p:cNvSpPr/>
              <p:nvPr/>
            </p:nvSpPr>
            <p:spPr>
              <a:xfrm>
                <a:off x="6847498" y="3479895"/>
                <a:ext cx="577619" cy="523306"/>
              </a:xfrm>
              <a:custGeom>
                <a:rect b="b" l="l" r="r" t="t"/>
                <a:pathLst>
                  <a:path extrusionOk="0" h="523306" w="577619">
                    <a:moveTo>
                      <a:pt x="56213" y="504164"/>
                    </a:moveTo>
                    <a:cubicBezTo>
                      <a:pt x="56213" y="505911"/>
                      <a:pt x="56136" y="507582"/>
                      <a:pt x="56060" y="509329"/>
                    </a:cubicBezTo>
                    <a:lnTo>
                      <a:pt x="577392" y="523306"/>
                    </a:lnTo>
                    <a:cubicBezTo>
                      <a:pt x="577544" y="516926"/>
                      <a:pt x="577620" y="510621"/>
                      <a:pt x="577620" y="504240"/>
                    </a:cubicBezTo>
                    <a:cubicBezTo>
                      <a:pt x="577620" y="307345"/>
                      <a:pt x="497783" y="129060"/>
                      <a:pt x="368722" y="0"/>
                    </a:cubicBezTo>
                    <a:lnTo>
                      <a:pt x="0" y="368722"/>
                    </a:lnTo>
                    <a:cubicBezTo>
                      <a:pt x="34791" y="403286"/>
                      <a:pt x="56213" y="451218"/>
                      <a:pt x="56213" y="504164"/>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44" name="Google Shape;1344;p70"/>
              <p:cNvSpPr/>
              <p:nvPr/>
            </p:nvSpPr>
            <p:spPr>
              <a:xfrm>
                <a:off x="5998919" y="3270845"/>
                <a:ext cx="1426046" cy="1426274"/>
              </a:xfrm>
              <a:custGeom>
                <a:rect b="b" l="l" r="r" t="t"/>
                <a:pathLst>
                  <a:path extrusionOk="0" h="1426274" w="1426046">
                    <a:moveTo>
                      <a:pt x="904715" y="718303"/>
                    </a:moveTo>
                    <a:cubicBezTo>
                      <a:pt x="901981" y="821840"/>
                      <a:pt x="817282" y="904867"/>
                      <a:pt x="713137" y="904867"/>
                    </a:cubicBezTo>
                    <a:cubicBezTo>
                      <a:pt x="607245" y="904867"/>
                      <a:pt x="521408" y="819029"/>
                      <a:pt x="521408" y="713137"/>
                    </a:cubicBezTo>
                    <a:cubicBezTo>
                      <a:pt x="521408" y="607245"/>
                      <a:pt x="607245" y="521408"/>
                      <a:pt x="713137" y="521408"/>
                    </a:cubicBezTo>
                    <a:lnTo>
                      <a:pt x="713137" y="0"/>
                    </a:lnTo>
                    <a:cubicBezTo>
                      <a:pt x="319271" y="0"/>
                      <a:pt x="0" y="319271"/>
                      <a:pt x="0" y="713137"/>
                    </a:cubicBezTo>
                    <a:cubicBezTo>
                      <a:pt x="0" y="1107003"/>
                      <a:pt x="319271" y="1426274"/>
                      <a:pt x="713137" y="1426274"/>
                    </a:cubicBezTo>
                    <a:cubicBezTo>
                      <a:pt x="1100623" y="1426274"/>
                      <a:pt x="1415867" y="1117258"/>
                      <a:pt x="1426047" y="732204"/>
                    </a:cubicBezTo>
                    <a:lnTo>
                      <a:pt x="904715" y="718303"/>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1345" name="Google Shape;1345;p70"/>
          <p:cNvSpPr/>
          <p:nvPr/>
        </p:nvSpPr>
        <p:spPr>
          <a:xfrm>
            <a:off x="2209025" y="3861475"/>
            <a:ext cx="4683000" cy="393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Data Analysis and Statistics - 4th grade by Slidesgo">
  <a:themeElements>
    <a:clrScheme name="Simple Light">
      <a:dk1>
        <a:srgbClr val="17175A"/>
      </a:dk1>
      <a:lt1>
        <a:srgbClr val="FFFFFF"/>
      </a:lt1>
      <a:dk2>
        <a:srgbClr val="F6F2CC"/>
      </a:dk2>
      <a:lt2>
        <a:srgbClr val="FCBD0E"/>
      </a:lt2>
      <a:accent1>
        <a:srgbClr val="FA9D02"/>
      </a:accent1>
      <a:accent2>
        <a:srgbClr val="FC81FD"/>
      </a:accent2>
      <a:accent3>
        <a:srgbClr val="7CE1CF"/>
      </a:accent3>
      <a:accent4>
        <a:srgbClr val="6E6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