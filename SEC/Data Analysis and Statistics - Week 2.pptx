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2" r:id="rId7"/>
  </p:sldIdLst>
  <p:sldSz cx="9144000" cy="5143500" type="screen16x9"/>
  <p:notesSz cx="6858000" cy="9144000"/>
  <p:embeddedFontLst>
    <p:embeddedFont>
      <p:font typeface="Inter" panose="020B0604020202020204" charset="0"/>
      <p:regular r:id="rId9"/>
      <p:bold r:id="rId10"/>
      <p:italic r:id="rId11"/>
      <p:boldItalic r:id="rId12"/>
    </p:embeddedFont>
    <p:embeddedFont>
      <p:font typeface="Passion One" panose="020B060402020202020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il1rIysm5ccMWVKrG6SNlIr5is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705A51-608A-4AEE-9DD2-FE7ACE7AB3B3}">
  <a:tblStyle styleId="{4B705A51-608A-4AEE-9DD2-FE7ACE7AB3B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3" d="100"/>
          <a:sy n="103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4" name="Google Shape;42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9"/>
          <p:cNvSpPr/>
          <p:nvPr/>
        </p:nvSpPr>
        <p:spPr>
          <a:xfrm>
            <a:off x="-1545187" y="2539113"/>
            <a:ext cx="2909077" cy="2909077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9"/>
          <p:cNvSpPr/>
          <p:nvPr/>
        </p:nvSpPr>
        <p:spPr>
          <a:xfrm>
            <a:off x="7073900" y="4334213"/>
            <a:ext cx="2909077" cy="2909077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9"/>
          <p:cNvSpPr/>
          <p:nvPr/>
        </p:nvSpPr>
        <p:spPr>
          <a:xfrm>
            <a:off x="-90650" y="-73963"/>
            <a:ext cx="2085177" cy="901987"/>
          </a:xfrm>
          <a:custGeom>
            <a:avLst/>
            <a:gdLst/>
            <a:ahLst/>
            <a:cxnLst/>
            <a:rect l="l" t="t" r="r" b="b"/>
            <a:pathLst>
              <a:path w="3322991" h="1437429" extrusionOk="0">
                <a:moveTo>
                  <a:pt x="3322992" y="0"/>
                </a:moveTo>
                <a:cubicBezTo>
                  <a:pt x="3285309" y="100131"/>
                  <a:pt x="3226156" y="194049"/>
                  <a:pt x="3145559" y="274645"/>
                </a:cubicBezTo>
                <a:lnTo>
                  <a:pt x="2209934" y="1210270"/>
                </a:lnTo>
                <a:cubicBezTo>
                  <a:pt x="1907055" y="1513149"/>
                  <a:pt x="1415965" y="1513149"/>
                  <a:pt x="1113058" y="1210270"/>
                </a:cubicBezTo>
                <a:lnTo>
                  <a:pt x="177432" y="274645"/>
                </a:lnTo>
                <a:cubicBezTo>
                  <a:pt x="96837" y="194049"/>
                  <a:pt x="37683" y="100131"/>
                  <a:pt x="0" y="0"/>
                </a:cubicBezTo>
                <a:lnTo>
                  <a:pt x="33229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9"/>
          <p:cNvSpPr/>
          <p:nvPr/>
        </p:nvSpPr>
        <p:spPr>
          <a:xfrm>
            <a:off x="8488469" y="990668"/>
            <a:ext cx="2306972" cy="2306972"/>
          </a:xfrm>
          <a:custGeom>
            <a:avLst/>
            <a:gdLst/>
            <a:ahLst/>
            <a:cxnLst/>
            <a:rect l="l" t="t" r="r" b="b"/>
            <a:pathLst>
              <a:path w="2306972" h="2306972" extrusionOk="0">
                <a:moveTo>
                  <a:pt x="2306973" y="1153486"/>
                </a:moveTo>
                <a:cubicBezTo>
                  <a:pt x="2306973" y="1790539"/>
                  <a:pt x="1790539" y="2306973"/>
                  <a:pt x="1153486" y="2306973"/>
                </a:cubicBezTo>
                <a:cubicBezTo>
                  <a:pt x="516433" y="2306973"/>
                  <a:pt x="0" y="1790539"/>
                  <a:pt x="0" y="1153486"/>
                </a:cubicBezTo>
                <a:cubicBezTo>
                  <a:pt x="0" y="516434"/>
                  <a:pt x="516433" y="0"/>
                  <a:pt x="1153486" y="0"/>
                </a:cubicBezTo>
                <a:cubicBezTo>
                  <a:pt x="1790539" y="0"/>
                  <a:pt x="2306973" y="516433"/>
                  <a:pt x="2306973" y="1153486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9"/>
          <p:cNvSpPr/>
          <p:nvPr/>
        </p:nvSpPr>
        <p:spPr>
          <a:xfrm>
            <a:off x="431847" y="3177967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9"/>
          <p:cNvSpPr/>
          <p:nvPr/>
        </p:nvSpPr>
        <p:spPr>
          <a:xfrm rot="-2700000">
            <a:off x="8734960" y="342095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9"/>
          <p:cNvSpPr/>
          <p:nvPr/>
        </p:nvSpPr>
        <p:spPr>
          <a:xfrm rot="-2700000">
            <a:off x="8734956" y="470861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9"/>
          <p:cNvSpPr/>
          <p:nvPr/>
        </p:nvSpPr>
        <p:spPr>
          <a:xfrm rot="-2700000">
            <a:off x="3258027" y="294804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9"/>
          <p:cNvSpPr/>
          <p:nvPr/>
        </p:nvSpPr>
        <p:spPr>
          <a:xfrm rot="-2700000">
            <a:off x="2091794" y="4654300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9"/>
          <p:cNvSpPr/>
          <p:nvPr/>
        </p:nvSpPr>
        <p:spPr>
          <a:xfrm rot="-2700000">
            <a:off x="266135" y="189449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9"/>
          <p:cNvSpPr/>
          <p:nvPr/>
        </p:nvSpPr>
        <p:spPr>
          <a:xfrm>
            <a:off x="6495722" y="171242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9"/>
          <p:cNvSpPr/>
          <p:nvPr/>
        </p:nvSpPr>
        <p:spPr>
          <a:xfrm>
            <a:off x="5548472" y="4814317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9"/>
          <p:cNvSpPr txBox="1">
            <a:spLocks noGrp="1"/>
          </p:cNvSpPr>
          <p:nvPr>
            <p:ph type="ctrTitle"/>
          </p:nvPr>
        </p:nvSpPr>
        <p:spPr>
          <a:xfrm>
            <a:off x="1814850" y="1577788"/>
            <a:ext cx="5514300" cy="17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ubTitle" idx="1"/>
          </p:nvPr>
        </p:nvSpPr>
        <p:spPr>
          <a:xfrm>
            <a:off x="2430150" y="3547500"/>
            <a:ext cx="4283700" cy="45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ctrTitle" idx="2"/>
          </p:nvPr>
        </p:nvSpPr>
        <p:spPr>
          <a:xfrm>
            <a:off x="6938575" y="552675"/>
            <a:ext cx="1492200" cy="45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None/>
              <a:defRPr sz="18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None/>
              <a:defRPr sz="18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None/>
              <a:defRPr sz="18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None/>
              <a:defRPr sz="18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None/>
              <a:defRPr sz="18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None/>
              <a:defRPr sz="18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None/>
              <a:defRPr sz="18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None/>
              <a:defRPr sz="18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body" idx="1"/>
          </p:nvPr>
        </p:nvSpPr>
        <p:spPr>
          <a:xfrm>
            <a:off x="720000" y="1090525"/>
            <a:ext cx="77040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10"/>
          <p:cNvSpPr/>
          <p:nvPr/>
        </p:nvSpPr>
        <p:spPr>
          <a:xfrm>
            <a:off x="7869273" y="-1426102"/>
            <a:ext cx="2352930" cy="2352930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0"/>
          <p:cNvSpPr/>
          <p:nvPr/>
        </p:nvSpPr>
        <p:spPr>
          <a:xfrm rot="-5400000">
            <a:off x="-659310" y="4179469"/>
            <a:ext cx="1686418" cy="729495"/>
          </a:xfrm>
          <a:custGeom>
            <a:avLst/>
            <a:gdLst/>
            <a:ahLst/>
            <a:cxnLst/>
            <a:rect l="l" t="t" r="r" b="b"/>
            <a:pathLst>
              <a:path w="3322991" h="1437429" extrusionOk="0">
                <a:moveTo>
                  <a:pt x="3322992" y="0"/>
                </a:moveTo>
                <a:cubicBezTo>
                  <a:pt x="3285309" y="100131"/>
                  <a:pt x="3226156" y="194049"/>
                  <a:pt x="3145559" y="274645"/>
                </a:cubicBezTo>
                <a:lnTo>
                  <a:pt x="2209934" y="1210270"/>
                </a:lnTo>
                <a:cubicBezTo>
                  <a:pt x="1907055" y="1513149"/>
                  <a:pt x="1415965" y="1513149"/>
                  <a:pt x="1113058" y="1210270"/>
                </a:cubicBezTo>
                <a:lnTo>
                  <a:pt x="177432" y="274645"/>
                </a:lnTo>
                <a:cubicBezTo>
                  <a:pt x="96837" y="194049"/>
                  <a:pt x="37683" y="100131"/>
                  <a:pt x="0" y="0"/>
                </a:cubicBezTo>
                <a:lnTo>
                  <a:pt x="33229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" name="Google Shape;29;p10"/>
          <p:cNvGrpSpPr/>
          <p:nvPr/>
        </p:nvGrpSpPr>
        <p:grpSpPr>
          <a:xfrm>
            <a:off x="7522021" y="-362459"/>
            <a:ext cx="901968" cy="901968"/>
            <a:chOff x="1350404" y="-3124999"/>
            <a:chExt cx="1570279" cy="1570279"/>
          </a:xfrm>
        </p:grpSpPr>
        <p:sp>
          <p:nvSpPr>
            <p:cNvPr id="30" name="Google Shape;30;p10"/>
            <p:cNvSpPr/>
            <p:nvPr/>
          </p:nvSpPr>
          <p:spPr>
            <a:xfrm>
              <a:off x="2135530" y="-3124999"/>
              <a:ext cx="2889" cy="1570279"/>
            </a:xfrm>
            <a:custGeom>
              <a:avLst/>
              <a:gdLst/>
              <a:ahLst/>
              <a:cxnLst/>
              <a:rect l="l" t="t" r="r" b="b"/>
              <a:pathLst>
                <a:path w="2889" h="1570279" extrusionOk="0">
                  <a:moveTo>
                    <a:pt x="0" y="0"/>
                  </a:moveTo>
                  <a:lnTo>
                    <a:pt x="0" y="157028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10"/>
            <p:cNvSpPr/>
            <p:nvPr/>
          </p:nvSpPr>
          <p:spPr>
            <a:xfrm>
              <a:off x="1350404" y="-2339874"/>
              <a:ext cx="1570279" cy="2889"/>
            </a:xfrm>
            <a:custGeom>
              <a:avLst/>
              <a:gdLst/>
              <a:ahLst/>
              <a:cxnLst/>
              <a:rect l="l" t="t" r="r" b="b"/>
              <a:pathLst>
                <a:path w="1570279" h="2889" extrusionOk="0">
                  <a:moveTo>
                    <a:pt x="1570280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10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0"/>
                  </a:moveTo>
                  <a:lnTo>
                    <a:pt x="0" y="111034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10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1110342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" name="Google Shape;34;p10"/>
          <p:cNvSpPr/>
          <p:nvPr/>
        </p:nvSpPr>
        <p:spPr>
          <a:xfrm rot="-2700000">
            <a:off x="222460" y="1983532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81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0"/>
          <p:cNvSpPr/>
          <p:nvPr/>
        </p:nvSpPr>
        <p:spPr>
          <a:xfrm rot="-2700000">
            <a:off x="2415394" y="4841061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0"/>
          <p:cNvSpPr/>
          <p:nvPr/>
        </p:nvSpPr>
        <p:spPr>
          <a:xfrm rot="-2700000">
            <a:off x="4455852" y="138829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0"/>
          <p:cNvSpPr/>
          <p:nvPr/>
        </p:nvSpPr>
        <p:spPr>
          <a:xfrm>
            <a:off x="215272" y="268180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0"/>
          <p:cNvSpPr/>
          <p:nvPr/>
        </p:nvSpPr>
        <p:spPr>
          <a:xfrm rot="-2700000">
            <a:off x="8781469" y="2116186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1_2_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/>
          <p:nvPr/>
        </p:nvSpPr>
        <p:spPr>
          <a:xfrm>
            <a:off x="7809084" y="4007584"/>
            <a:ext cx="2087690" cy="2087690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1"/>
          <p:cNvSpPr/>
          <p:nvPr/>
        </p:nvSpPr>
        <p:spPr>
          <a:xfrm>
            <a:off x="-1593743" y="1791593"/>
            <a:ext cx="2306972" cy="2306972"/>
          </a:xfrm>
          <a:custGeom>
            <a:avLst/>
            <a:gdLst/>
            <a:ahLst/>
            <a:cxnLst/>
            <a:rect l="l" t="t" r="r" b="b"/>
            <a:pathLst>
              <a:path w="2306972" h="2306972" extrusionOk="0">
                <a:moveTo>
                  <a:pt x="2306973" y="1153486"/>
                </a:moveTo>
                <a:cubicBezTo>
                  <a:pt x="2306973" y="1790539"/>
                  <a:pt x="1790539" y="2306973"/>
                  <a:pt x="1153486" y="2306973"/>
                </a:cubicBezTo>
                <a:cubicBezTo>
                  <a:pt x="516433" y="2306973"/>
                  <a:pt x="0" y="1790539"/>
                  <a:pt x="0" y="1153486"/>
                </a:cubicBezTo>
                <a:cubicBezTo>
                  <a:pt x="0" y="516434"/>
                  <a:pt x="516433" y="0"/>
                  <a:pt x="1153486" y="0"/>
                </a:cubicBezTo>
                <a:cubicBezTo>
                  <a:pt x="1790539" y="0"/>
                  <a:pt x="2306973" y="516433"/>
                  <a:pt x="2306973" y="1153486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1"/>
          <p:cNvSpPr/>
          <p:nvPr/>
        </p:nvSpPr>
        <p:spPr>
          <a:xfrm rot="-2700000">
            <a:off x="208147" y="567922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7CE1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1"/>
          <p:cNvSpPr/>
          <p:nvPr/>
        </p:nvSpPr>
        <p:spPr>
          <a:xfrm rot="-2700000">
            <a:off x="547506" y="4632425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BD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1"/>
          <p:cNvSpPr/>
          <p:nvPr/>
        </p:nvSpPr>
        <p:spPr>
          <a:xfrm rot="-2700000">
            <a:off x="8089790" y="225729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1"/>
          <p:cNvSpPr/>
          <p:nvPr/>
        </p:nvSpPr>
        <p:spPr>
          <a:xfrm rot="-2700000">
            <a:off x="4891398" y="4632432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81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1"/>
          <p:cNvSpPr/>
          <p:nvPr/>
        </p:nvSpPr>
        <p:spPr>
          <a:xfrm rot="-2700000">
            <a:off x="8784281" y="2704736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1"/>
          <p:cNvSpPr/>
          <p:nvPr/>
        </p:nvSpPr>
        <p:spPr>
          <a:xfrm>
            <a:off x="4423435" y="201655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2347950" y="1147088"/>
            <a:ext cx="4448100" cy="11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subTitle" idx="1"/>
          </p:nvPr>
        </p:nvSpPr>
        <p:spPr>
          <a:xfrm>
            <a:off x="2347900" y="2503800"/>
            <a:ext cx="4448100" cy="11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/>
          <p:nvPr/>
        </p:nvSpPr>
        <p:spPr>
          <a:xfrm>
            <a:off x="-1019876" y="1643250"/>
            <a:ext cx="2293037" cy="2293037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2"/>
          <p:cNvSpPr/>
          <p:nvPr/>
        </p:nvSpPr>
        <p:spPr>
          <a:xfrm>
            <a:off x="7311550" y="-1003500"/>
            <a:ext cx="2455603" cy="2455603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2"/>
          <p:cNvSpPr/>
          <p:nvPr/>
        </p:nvSpPr>
        <p:spPr>
          <a:xfrm rot="10800000">
            <a:off x="7044900" y="4330787"/>
            <a:ext cx="2085177" cy="901987"/>
          </a:xfrm>
          <a:custGeom>
            <a:avLst/>
            <a:gdLst/>
            <a:ahLst/>
            <a:cxnLst/>
            <a:rect l="l" t="t" r="r" b="b"/>
            <a:pathLst>
              <a:path w="3322991" h="1437429" extrusionOk="0">
                <a:moveTo>
                  <a:pt x="3322992" y="0"/>
                </a:moveTo>
                <a:cubicBezTo>
                  <a:pt x="3285309" y="100131"/>
                  <a:pt x="3226156" y="194049"/>
                  <a:pt x="3145559" y="274645"/>
                </a:cubicBezTo>
                <a:lnTo>
                  <a:pt x="2209934" y="1210270"/>
                </a:lnTo>
                <a:cubicBezTo>
                  <a:pt x="1907055" y="1513149"/>
                  <a:pt x="1415965" y="1513149"/>
                  <a:pt x="1113058" y="1210270"/>
                </a:cubicBezTo>
                <a:lnTo>
                  <a:pt x="177432" y="274645"/>
                </a:lnTo>
                <a:cubicBezTo>
                  <a:pt x="96837" y="194049"/>
                  <a:pt x="37683" y="100131"/>
                  <a:pt x="0" y="0"/>
                </a:cubicBezTo>
                <a:lnTo>
                  <a:pt x="33229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2"/>
          <p:cNvSpPr/>
          <p:nvPr/>
        </p:nvSpPr>
        <p:spPr>
          <a:xfrm>
            <a:off x="-691818" y="-1638807"/>
            <a:ext cx="2306972" cy="2306972"/>
          </a:xfrm>
          <a:custGeom>
            <a:avLst/>
            <a:gdLst/>
            <a:ahLst/>
            <a:cxnLst/>
            <a:rect l="l" t="t" r="r" b="b"/>
            <a:pathLst>
              <a:path w="2306972" h="2306972" extrusionOk="0">
                <a:moveTo>
                  <a:pt x="2306973" y="1153486"/>
                </a:moveTo>
                <a:cubicBezTo>
                  <a:pt x="2306973" y="1790539"/>
                  <a:pt x="1790539" y="2306973"/>
                  <a:pt x="1153486" y="2306973"/>
                </a:cubicBezTo>
                <a:cubicBezTo>
                  <a:pt x="516433" y="2306973"/>
                  <a:pt x="0" y="1790539"/>
                  <a:pt x="0" y="1153486"/>
                </a:cubicBezTo>
                <a:cubicBezTo>
                  <a:pt x="0" y="516434"/>
                  <a:pt x="516433" y="0"/>
                  <a:pt x="1153486" y="0"/>
                </a:cubicBezTo>
                <a:cubicBezTo>
                  <a:pt x="1790539" y="0"/>
                  <a:pt x="2306973" y="516433"/>
                  <a:pt x="2306973" y="1153486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2"/>
          <p:cNvSpPr/>
          <p:nvPr/>
        </p:nvSpPr>
        <p:spPr>
          <a:xfrm>
            <a:off x="8454632" y="3783118"/>
            <a:ext cx="2306972" cy="2306972"/>
          </a:xfrm>
          <a:custGeom>
            <a:avLst/>
            <a:gdLst/>
            <a:ahLst/>
            <a:cxnLst/>
            <a:rect l="l" t="t" r="r" b="b"/>
            <a:pathLst>
              <a:path w="2306972" h="2306972" extrusionOk="0">
                <a:moveTo>
                  <a:pt x="2306973" y="1153486"/>
                </a:moveTo>
                <a:cubicBezTo>
                  <a:pt x="2306973" y="1790539"/>
                  <a:pt x="1790539" y="2306973"/>
                  <a:pt x="1153486" y="2306973"/>
                </a:cubicBezTo>
                <a:cubicBezTo>
                  <a:pt x="516433" y="2306973"/>
                  <a:pt x="0" y="1790539"/>
                  <a:pt x="0" y="1153486"/>
                </a:cubicBezTo>
                <a:cubicBezTo>
                  <a:pt x="0" y="516434"/>
                  <a:pt x="516433" y="0"/>
                  <a:pt x="1153486" y="0"/>
                </a:cubicBezTo>
                <a:cubicBezTo>
                  <a:pt x="1790539" y="0"/>
                  <a:pt x="2306973" y="516433"/>
                  <a:pt x="2306973" y="1153486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2"/>
          <p:cNvSpPr/>
          <p:nvPr/>
        </p:nvSpPr>
        <p:spPr>
          <a:xfrm rot="-2700000">
            <a:off x="1860872" y="231772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7CE1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2"/>
          <p:cNvSpPr/>
          <p:nvPr/>
        </p:nvSpPr>
        <p:spPr>
          <a:xfrm rot="-2700000">
            <a:off x="6009081" y="155650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BD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2"/>
          <p:cNvSpPr/>
          <p:nvPr/>
        </p:nvSpPr>
        <p:spPr>
          <a:xfrm rot="-2700000">
            <a:off x="6676290" y="4713129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2"/>
          <p:cNvSpPr/>
          <p:nvPr/>
        </p:nvSpPr>
        <p:spPr>
          <a:xfrm rot="-2700000">
            <a:off x="2182223" y="481110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81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2"/>
          <p:cNvSpPr/>
          <p:nvPr/>
        </p:nvSpPr>
        <p:spPr>
          <a:xfrm rot="-2700000">
            <a:off x="8738506" y="2026886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2"/>
          <p:cNvSpPr/>
          <p:nvPr/>
        </p:nvSpPr>
        <p:spPr>
          <a:xfrm>
            <a:off x="401822" y="4544155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2"/>
          <p:cNvSpPr txBox="1"/>
          <p:nvPr/>
        </p:nvSpPr>
        <p:spPr>
          <a:xfrm>
            <a:off x="2099100" y="3774575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CREDITS: This presentation template was created by </a:t>
            </a:r>
            <a:r>
              <a:rPr lang="en-US" sz="1000" b="1" i="0" u="sng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-US"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and includes icons by </a:t>
            </a:r>
            <a:r>
              <a:rPr lang="en-US" sz="1000" b="1" i="0" u="sng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-US"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and infographics &amp; images by </a:t>
            </a:r>
            <a:r>
              <a:rPr lang="en-US" sz="1000" b="1" i="0" u="sng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-US" sz="1000" b="0" i="0" u="sng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000" b="0" i="0" u="sng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subTitle" idx="1"/>
          </p:nvPr>
        </p:nvSpPr>
        <p:spPr>
          <a:xfrm>
            <a:off x="4938050" y="2727754"/>
            <a:ext cx="3346200" cy="8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-753977" y="3910975"/>
            <a:ext cx="2489827" cy="2489827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" name="Google Shape;70;p15"/>
          <p:cNvGrpSpPr/>
          <p:nvPr/>
        </p:nvGrpSpPr>
        <p:grpSpPr>
          <a:xfrm>
            <a:off x="295975" y="4188655"/>
            <a:ext cx="1694813" cy="830678"/>
            <a:chOff x="-215300" y="3851305"/>
            <a:chExt cx="1694813" cy="830678"/>
          </a:xfrm>
        </p:grpSpPr>
        <p:sp>
          <p:nvSpPr>
            <p:cNvPr id="71" name="Google Shape;71;p15"/>
            <p:cNvSpPr/>
            <p:nvPr/>
          </p:nvSpPr>
          <p:spPr>
            <a:xfrm>
              <a:off x="861887" y="3947362"/>
              <a:ext cx="215345" cy="42222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2" name="Google Shape;72;p15"/>
            <p:cNvGrpSpPr/>
            <p:nvPr/>
          </p:nvGrpSpPr>
          <p:grpSpPr>
            <a:xfrm>
              <a:off x="861887" y="4031521"/>
              <a:ext cx="137882" cy="60495"/>
              <a:chOff x="1949580" y="3551527"/>
              <a:chExt cx="247410" cy="108551"/>
            </a:xfrm>
          </p:grpSpPr>
          <p:sp>
            <p:nvSpPr>
              <p:cNvPr id="73" name="Google Shape;73;p15"/>
              <p:cNvSpPr/>
              <p:nvPr/>
            </p:nvSpPr>
            <p:spPr>
              <a:xfrm>
                <a:off x="1949580" y="3551527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5"/>
              <p:cNvSpPr/>
              <p:nvPr/>
            </p:nvSpPr>
            <p:spPr>
              <a:xfrm>
                <a:off x="1949580" y="3601966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15"/>
              <p:cNvSpPr/>
              <p:nvPr/>
            </p:nvSpPr>
            <p:spPr>
              <a:xfrm>
                <a:off x="1949580" y="3652482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6" name="Google Shape;76;p15"/>
            <p:cNvSpPr/>
            <p:nvPr/>
          </p:nvSpPr>
          <p:spPr>
            <a:xfrm>
              <a:off x="-85801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104109" y="4375950"/>
              <a:ext cx="105745" cy="305846"/>
            </a:xfrm>
            <a:custGeom>
              <a:avLst/>
              <a:gdLst/>
              <a:ahLst/>
              <a:cxnLst/>
              <a:rect l="l" t="t" r="r" b="b"/>
              <a:pathLst>
                <a:path w="189678" h="548602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548602"/>
                  </a:lnTo>
                  <a:lnTo>
                    <a:pt x="0" y="5486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294020" y="4210340"/>
              <a:ext cx="105745" cy="471557"/>
            </a:xfrm>
            <a:custGeom>
              <a:avLst/>
              <a:gdLst/>
              <a:ahLst/>
              <a:cxnLst/>
              <a:rect l="l" t="t" r="r" b="b"/>
              <a:pathLst>
                <a:path w="189678" h="845843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845844"/>
                  </a:lnTo>
                  <a:lnTo>
                    <a:pt x="0" y="845844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483972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673882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863835" y="4347926"/>
              <a:ext cx="105745" cy="333923"/>
            </a:xfrm>
            <a:custGeom>
              <a:avLst/>
              <a:gdLst/>
              <a:ahLst/>
              <a:cxnLst/>
              <a:rect l="l" t="t" r="r" b="b"/>
              <a:pathLst>
                <a:path w="189678" h="598965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598965"/>
                  </a:lnTo>
                  <a:lnTo>
                    <a:pt x="0" y="59896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1053745" y="4472133"/>
              <a:ext cx="105745" cy="209628"/>
            </a:xfrm>
            <a:custGeom>
              <a:avLst/>
              <a:gdLst/>
              <a:ahLst/>
              <a:cxnLst/>
              <a:rect l="l" t="t" r="r" b="b"/>
              <a:pathLst>
                <a:path w="189678" h="376014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376015"/>
                  </a:lnTo>
                  <a:lnTo>
                    <a:pt x="0" y="3760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1243698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-32968" y="4087783"/>
              <a:ext cx="1329975" cy="420315"/>
            </a:xfrm>
            <a:custGeom>
              <a:avLst/>
              <a:gdLst/>
              <a:ahLst/>
              <a:cxnLst/>
              <a:rect l="l" t="t" r="r" b="b"/>
              <a:pathLst>
                <a:path w="2385606" h="753929" extrusionOk="0">
                  <a:moveTo>
                    <a:pt x="0" y="0"/>
                  </a:moveTo>
                  <a:lnTo>
                    <a:pt x="340844" y="555135"/>
                  </a:lnTo>
                  <a:lnTo>
                    <a:pt x="681613" y="262147"/>
                  </a:lnTo>
                  <a:lnTo>
                    <a:pt x="1022381" y="0"/>
                  </a:lnTo>
                  <a:lnTo>
                    <a:pt x="1363225" y="0"/>
                  </a:lnTo>
                  <a:lnTo>
                    <a:pt x="1703993" y="517077"/>
                  </a:lnTo>
                  <a:lnTo>
                    <a:pt x="2044838" y="753929"/>
                  </a:lnTo>
                  <a:lnTo>
                    <a:pt x="2385606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-61417" y="405933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128536" y="4354614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318446" y="418938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508356" y="405933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5" y="102094"/>
                    <a:pt x="0" y="79239"/>
                    <a:pt x="0" y="51047"/>
                  </a:cubicBezTo>
                  <a:cubicBezTo>
                    <a:pt x="0" y="22854"/>
                    <a:pt x="22855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698309" y="405933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893172" y="4336368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1078172" y="4457909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1268082" y="4046253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-215300" y="3851305"/>
              <a:ext cx="1694813" cy="830678"/>
            </a:xfrm>
            <a:custGeom>
              <a:avLst/>
              <a:gdLst/>
              <a:ahLst/>
              <a:cxnLst/>
              <a:rect l="l" t="t" r="r" b="b"/>
              <a:pathLst>
                <a:path w="3040023" h="1490006" extrusionOk="0">
                  <a:moveTo>
                    <a:pt x="2916053" y="1490007"/>
                  </a:moveTo>
                  <a:lnTo>
                    <a:pt x="123971" y="1490007"/>
                  </a:lnTo>
                  <a:cubicBezTo>
                    <a:pt x="55529" y="1490007"/>
                    <a:pt x="0" y="1434478"/>
                    <a:pt x="0" y="1366036"/>
                  </a:cubicBezTo>
                  <a:lnTo>
                    <a:pt x="0" y="123971"/>
                  </a:lnTo>
                  <a:cubicBezTo>
                    <a:pt x="0" y="55529"/>
                    <a:pt x="55529" y="0"/>
                    <a:pt x="123971" y="0"/>
                  </a:cubicBezTo>
                  <a:lnTo>
                    <a:pt x="2916053" y="0"/>
                  </a:lnTo>
                  <a:cubicBezTo>
                    <a:pt x="2984495" y="0"/>
                    <a:pt x="3040024" y="55529"/>
                    <a:pt x="3040024" y="123971"/>
                  </a:cubicBezTo>
                  <a:lnTo>
                    <a:pt x="3040024" y="1366036"/>
                  </a:lnTo>
                  <a:cubicBezTo>
                    <a:pt x="3040024" y="1434554"/>
                    <a:pt x="2984495" y="1490007"/>
                    <a:pt x="2916053" y="14900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15"/>
          <p:cNvSpPr/>
          <p:nvPr/>
        </p:nvSpPr>
        <p:spPr>
          <a:xfrm rot="-2700000">
            <a:off x="7679247" y="18329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7CE1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/>
          <p:nvPr/>
        </p:nvSpPr>
        <p:spPr>
          <a:xfrm rot="-2700000">
            <a:off x="422294" y="567925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BD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5"/>
          <p:cNvSpPr/>
          <p:nvPr/>
        </p:nvSpPr>
        <p:spPr>
          <a:xfrm rot="-2700000">
            <a:off x="8760102" y="3593879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"/>
          <p:cNvSpPr/>
          <p:nvPr/>
        </p:nvSpPr>
        <p:spPr>
          <a:xfrm rot="-2700000">
            <a:off x="228123" y="304080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81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/>
          <p:nvPr/>
        </p:nvSpPr>
        <p:spPr>
          <a:xfrm rot="-2700000">
            <a:off x="4242256" y="4746111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3199535" y="192105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" name="Google Shape;100;p15"/>
          <p:cNvGrpSpPr/>
          <p:nvPr/>
        </p:nvGrpSpPr>
        <p:grpSpPr>
          <a:xfrm>
            <a:off x="8430783" y="1741366"/>
            <a:ext cx="901968" cy="901968"/>
            <a:chOff x="1350404" y="-3124999"/>
            <a:chExt cx="1570279" cy="1570279"/>
          </a:xfrm>
        </p:grpSpPr>
        <p:sp>
          <p:nvSpPr>
            <p:cNvPr id="101" name="Google Shape;101;p15"/>
            <p:cNvSpPr/>
            <p:nvPr/>
          </p:nvSpPr>
          <p:spPr>
            <a:xfrm>
              <a:off x="2135530" y="-3124999"/>
              <a:ext cx="2889" cy="1570279"/>
            </a:xfrm>
            <a:custGeom>
              <a:avLst/>
              <a:gdLst/>
              <a:ahLst/>
              <a:cxnLst/>
              <a:rect l="l" t="t" r="r" b="b"/>
              <a:pathLst>
                <a:path w="2889" h="1570279" extrusionOk="0">
                  <a:moveTo>
                    <a:pt x="0" y="0"/>
                  </a:moveTo>
                  <a:lnTo>
                    <a:pt x="0" y="157028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1350404" y="-2339874"/>
              <a:ext cx="1570279" cy="2889"/>
            </a:xfrm>
            <a:custGeom>
              <a:avLst/>
              <a:gdLst/>
              <a:ahLst/>
              <a:cxnLst/>
              <a:rect l="l" t="t" r="r" b="b"/>
              <a:pathLst>
                <a:path w="1570279" h="2889" extrusionOk="0">
                  <a:moveTo>
                    <a:pt x="1570280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0"/>
                  </a:moveTo>
                  <a:lnTo>
                    <a:pt x="0" y="111034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1110342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15"/>
          <p:cNvSpPr/>
          <p:nvPr/>
        </p:nvSpPr>
        <p:spPr>
          <a:xfrm>
            <a:off x="4407973" y="-1942300"/>
            <a:ext cx="2489827" cy="2489827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8146410" y="4754905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7128375" y="0"/>
            <a:ext cx="2517166" cy="1088852"/>
          </a:xfrm>
          <a:custGeom>
            <a:avLst/>
            <a:gdLst/>
            <a:ahLst/>
            <a:cxnLst/>
            <a:rect l="l" t="t" r="r" b="b"/>
            <a:pathLst>
              <a:path w="3322991" h="1437429" extrusionOk="0">
                <a:moveTo>
                  <a:pt x="3322992" y="0"/>
                </a:moveTo>
                <a:cubicBezTo>
                  <a:pt x="3285309" y="100131"/>
                  <a:pt x="3226156" y="194049"/>
                  <a:pt x="3145559" y="274645"/>
                </a:cubicBezTo>
                <a:lnTo>
                  <a:pt x="2209934" y="1210270"/>
                </a:lnTo>
                <a:cubicBezTo>
                  <a:pt x="1907055" y="1513149"/>
                  <a:pt x="1415965" y="1513149"/>
                  <a:pt x="1113058" y="1210270"/>
                </a:cubicBezTo>
                <a:lnTo>
                  <a:pt x="177432" y="274645"/>
                </a:lnTo>
                <a:cubicBezTo>
                  <a:pt x="96837" y="194049"/>
                  <a:pt x="37683" y="100131"/>
                  <a:pt x="0" y="0"/>
                </a:cubicBezTo>
                <a:lnTo>
                  <a:pt x="33229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" name="Google Shape;109;p16"/>
          <p:cNvGrpSpPr/>
          <p:nvPr/>
        </p:nvGrpSpPr>
        <p:grpSpPr>
          <a:xfrm>
            <a:off x="7650716" y="539506"/>
            <a:ext cx="1022136" cy="829949"/>
            <a:chOff x="7329141" y="362469"/>
            <a:chExt cx="1022136" cy="829949"/>
          </a:xfrm>
        </p:grpSpPr>
        <p:sp>
          <p:nvSpPr>
            <p:cNvPr id="110" name="Google Shape;110;p16"/>
            <p:cNvSpPr/>
            <p:nvPr/>
          </p:nvSpPr>
          <p:spPr>
            <a:xfrm>
              <a:off x="7329141" y="362469"/>
              <a:ext cx="1022136" cy="829949"/>
            </a:xfrm>
            <a:custGeom>
              <a:avLst/>
              <a:gdLst/>
              <a:ahLst/>
              <a:cxnLst/>
              <a:rect l="l" t="t" r="r" b="b"/>
              <a:pathLst>
                <a:path w="1901648" h="1544092" extrusionOk="0">
                  <a:moveTo>
                    <a:pt x="1770840" y="1544092"/>
                  </a:moveTo>
                  <a:lnTo>
                    <a:pt x="130807" y="1544092"/>
                  </a:lnTo>
                  <a:cubicBezTo>
                    <a:pt x="58567" y="1544092"/>
                    <a:pt x="0" y="1485525"/>
                    <a:pt x="0" y="1413285"/>
                  </a:cubicBezTo>
                  <a:lnTo>
                    <a:pt x="0" y="130808"/>
                  </a:lnTo>
                  <a:cubicBezTo>
                    <a:pt x="0" y="58567"/>
                    <a:pt x="58567" y="0"/>
                    <a:pt x="130807" y="0"/>
                  </a:cubicBezTo>
                  <a:lnTo>
                    <a:pt x="1770840" y="0"/>
                  </a:lnTo>
                  <a:cubicBezTo>
                    <a:pt x="1843081" y="0"/>
                    <a:pt x="1901648" y="58567"/>
                    <a:pt x="1901648" y="130808"/>
                  </a:cubicBezTo>
                  <a:lnTo>
                    <a:pt x="1901648" y="1413285"/>
                  </a:lnTo>
                  <a:cubicBezTo>
                    <a:pt x="1901648" y="1485449"/>
                    <a:pt x="1843081" y="1544092"/>
                    <a:pt x="1770840" y="15440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7479397" y="507863"/>
              <a:ext cx="275724" cy="489918"/>
            </a:xfrm>
            <a:custGeom>
              <a:avLst/>
              <a:gdLst/>
              <a:ahLst/>
              <a:cxnLst/>
              <a:rect l="l" t="t" r="r" b="b"/>
              <a:pathLst>
                <a:path w="512975" h="911475" extrusionOk="0">
                  <a:moveTo>
                    <a:pt x="512976" y="0"/>
                  </a:moveTo>
                  <a:cubicBezTo>
                    <a:pt x="229635" y="0"/>
                    <a:pt x="0" y="229635"/>
                    <a:pt x="0" y="512976"/>
                  </a:cubicBezTo>
                  <a:cubicBezTo>
                    <a:pt x="0" y="673864"/>
                    <a:pt x="74064" y="817434"/>
                    <a:pt x="189983" y="911476"/>
                  </a:cubicBezTo>
                  <a:lnTo>
                    <a:pt x="512976" y="512976"/>
                  </a:lnTo>
                  <a:lnTo>
                    <a:pt x="5129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2" name="Google Shape;112;p16"/>
            <p:cNvGrpSpPr/>
            <p:nvPr/>
          </p:nvGrpSpPr>
          <p:grpSpPr>
            <a:xfrm>
              <a:off x="7581570" y="507863"/>
              <a:ext cx="449624" cy="551756"/>
              <a:chOff x="6727477" y="1096947"/>
              <a:chExt cx="836044" cy="1025951"/>
            </a:xfrm>
          </p:grpSpPr>
          <p:sp>
            <p:nvSpPr>
              <p:cNvPr id="113" name="Google Shape;113;p16"/>
              <p:cNvSpPr/>
              <p:nvPr/>
            </p:nvSpPr>
            <p:spPr>
              <a:xfrm>
                <a:off x="7050546" y="1096947"/>
                <a:ext cx="512975" cy="1014176"/>
              </a:xfrm>
              <a:custGeom>
                <a:avLst/>
                <a:gdLst/>
                <a:ahLst/>
                <a:cxnLst/>
                <a:rect l="l" t="t" r="r" b="b"/>
                <a:pathLst>
                  <a:path w="512975" h="1014176" extrusionOk="0">
                    <a:moveTo>
                      <a:pt x="512976" y="512976"/>
                    </a:moveTo>
                    <a:cubicBezTo>
                      <a:pt x="512976" y="229635"/>
                      <a:pt x="283341" y="0"/>
                      <a:pt x="0" y="0"/>
                    </a:cubicBezTo>
                    <a:lnTo>
                      <a:pt x="0" y="512976"/>
                    </a:lnTo>
                    <a:lnTo>
                      <a:pt x="109538" y="1014177"/>
                    </a:lnTo>
                    <a:cubicBezTo>
                      <a:pt x="340161" y="963966"/>
                      <a:pt x="512976" y="758639"/>
                      <a:pt x="512976" y="5129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6"/>
              <p:cNvSpPr/>
              <p:nvPr/>
            </p:nvSpPr>
            <p:spPr>
              <a:xfrm>
                <a:off x="6727477" y="1609923"/>
                <a:ext cx="432531" cy="512975"/>
              </a:xfrm>
              <a:custGeom>
                <a:avLst/>
                <a:gdLst/>
                <a:ahLst/>
                <a:cxnLst/>
                <a:rect l="l" t="t" r="r" b="b"/>
                <a:pathLst>
                  <a:path w="432531" h="512975" extrusionOk="0">
                    <a:moveTo>
                      <a:pt x="0" y="398500"/>
                    </a:moveTo>
                    <a:cubicBezTo>
                      <a:pt x="88192" y="470057"/>
                      <a:pt x="200617" y="512976"/>
                      <a:pt x="322993" y="512976"/>
                    </a:cubicBezTo>
                    <a:cubicBezTo>
                      <a:pt x="360594" y="512976"/>
                      <a:pt x="397208" y="508874"/>
                      <a:pt x="432531" y="501201"/>
                    </a:cubicBezTo>
                    <a:lnTo>
                      <a:pt x="322993" y="0"/>
                    </a:lnTo>
                    <a:lnTo>
                      <a:pt x="0" y="3985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5" name="Google Shape;115;p16"/>
            <p:cNvSpPr/>
            <p:nvPr/>
          </p:nvSpPr>
          <p:spPr>
            <a:xfrm>
              <a:off x="7755275" y="507863"/>
              <a:ext cx="222278" cy="438881"/>
            </a:xfrm>
            <a:custGeom>
              <a:avLst/>
              <a:gdLst/>
              <a:ahLst/>
              <a:cxnLst/>
              <a:rect l="l" t="t" r="r" b="b"/>
              <a:pathLst>
                <a:path w="413540" h="816522" extrusionOk="0">
                  <a:moveTo>
                    <a:pt x="0" y="0"/>
                  </a:moveTo>
                  <a:lnTo>
                    <a:pt x="0" y="512976"/>
                  </a:lnTo>
                  <a:lnTo>
                    <a:pt x="413541" y="8165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6"/>
            <p:cNvSpPr/>
            <p:nvPr/>
          </p:nvSpPr>
          <p:spPr>
            <a:xfrm>
              <a:off x="7918481" y="577354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6"/>
            <p:cNvSpPr/>
            <p:nvPr/>
          </p:nvSpPr>
          <p:spPr>
            <a:xfrm>
              <a:off x="7986379" y="855683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6"/>
            <p:cNvSpPr/>
            <p:nvPr/>
          </p:nvSpPr>
          <p:spPr>
            <a:xfrm>
              <a:off x="8078706" y="664248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8078706" y="691415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8078706" y="718541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8078706" y="946989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8078706" y="974156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8078706" y="1001323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6"/>
          <p:cNvSpPr/>
          <p:nvPr/>
        </p:nvSpPr>
        <p:spPr>
          <a:xfrm>
            <a:off x="6005759" y="4604009"/>
            <a:ext cx="2087690" cy="2087690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 rot="-2700000">
            <a:off x="547497" y="240572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7CE1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 rot="-2700000">
            <a:off x="3740631" y="4706475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BD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 rot="-2700000">
            <a:off x="4869215" y="240579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 rot="-2700000">
            <a:off x="249023" y="419300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81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 rot="-2700000">
            <a:off x="8701281" y="2057586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8370935" y="4715280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-141118" y="4603993"/>
            <a:ext cx="2306972" cy="2306972"/>
          </a:xfrm>
          <a:custGeom>
            <a:avLst/>
            <a:gdLst/>
            <a:ahLst/>
            <a:cxnLst/>
            <a:rect l="l" t="t" r="r" b="b"/>
            <a:pathLst>
              <a:path w="2306972" h="2306972" extrusionOk="0">
                <a:moveTo>
                  <a:pt x="2306973" y="1153486"/>
                </a:moveTo>
                <a:cubicBezTo>
                  <a:pt x="2306973" y="1790539"/>
                  <a:pt x="1790539" y="2306973"/>
                  <a:pt x="1153486" y="2306973"/>
                </a:cubicBezTo>
                <a:cubicBezTo>
                  <a:pt x="516433" y="2306973"/>
                  <a:pt x="0" y="1790539"/>
                  <a:pt x="0" y="1153486"/>
                </a:cubicBezTo>
                <a:cubicBezTo>
                  <a:pt x="0" y="516434"/>
                  <a:pt x="516433" y="0"/>
                  <a:pt x="1153486" y="0"/>
                </a:cubicBezTo>
                <a:cubicBezTo>
                  <a:pt x="1790539" y="0"/>
                  <a:pt x="2306973" y="516433"/>
                  <a:pt x="2306973" y="1153486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-1383791" y="1516059"/>
            <a:ext cx="2087690" cy="2087690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1442285" y="183230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 sz="1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 sz="1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 sz="1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 sz="1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 sz="1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 sz="1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 sz="1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 sz="1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 sz="1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orient="horz" pos="2900">
          <p15:clr>
            <a:srgbClr val="EA4335"/>
          </p15:clr>
        </p15:guide>
        <p15:guide id="3" pos="449">
          <p15:clr>
            <a:srgbClr val="EA4335"/>
          </p15:clr>
        </p15:guide>
        <p15:guide id="4" pos="5311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"/>
          <p:cNvSpPr txBox="1">
            <a:spLocks noGrp="1"/>
          </p:cNvSpPr>
          <p:nvPr>
            <p:ph type="ctrTitle"/>
          </p:nvPr>
        </p:nvSpPr>
        <p:spPr>
          <a:xfrm>
            <a:off x="1188150" y="1577800"/>
            <a:ext cx="6747900" cy="17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6000"/>
              <a:t>Section 2</a:t>
            </a:r>
            <a:endParaRPr sz="600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3400"/>
              <a:t>Problem Definition and Data Collection</a:t>
            </a:r>
            <a:endParaRPr/>
          </a:p>
        </p:txBody>
      </p:sp>
      <p:sp>
        <p:nvSpPr>
          <p:cNvPr id="139" name="Google Shape;139;p1"/>
          <p:cNvSpPr txBox="1">
            <a:spLocks noGrp="1"/>
          </p:cNvSpPr>
          <p:nvPr>
            <p:ph type="subTitle" idx="1"/>
          </p:nvPr>
        </p:nvSpPr>
        <p:spPr>
          <a:xfrm>
            <a:off x="3078450" y="3586700"/>
            <a:ext cx="2987100" cy="141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/>
              <a:t>TAs</a:t>
            </a:r>
            <a:endParaRPr b="1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Marwan Nour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dirty="0"/>
              <a:t>Mahmoud Haisam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Aya Barakat</a:t>
            </a:r>
            <a:endParaRPr dirty="0"/>
          </a:p>
        </p:txBody>
      </p:sp>
      <p:grpSp>
        <p:nvGrpSpPr>
          <p:cNvPr id="140" name="Google Shape;140;p1"/>
          <p:cNvGrpSpPr/>
          <p:nvPr/>
        </p:nvGrpSpPr>
        <p:grpSpPr>
          <a:xfrm>
            <a:off x="8118467" y="4032000"/>
            <a:ext cx="1098803" cy="732535"/>
            <a:chOff x="8118467" y="4032000"/>
            <a:chExt cx="1098803" cy="732535"/>
          </a:xfrm>
        </p:grpSpPr>
        <p:sp>
          <p:nvSpPr>
            <p:cNvPr id="141" name="Google Shape;141;p1"/>
            <p:cNvSpPr/>
            <p:nvPr/>
          </p:nvSpPr>
          <p:spPr>
            <a:xfrm>
              <a:off x="8118467" y="4032000"/>
              <a:ext cx="183134" cy="183133"/>
            </a:xfrm>
            <a:custGeom>
              <a:avLst/>
              <a:gdLst/>
              <a:ahLst/>
              <a:cxnLst/>
              <a:rect l="l" t="t" r="r" b="b"/>
              <a:pathLst>
                <a:path w="254247" h="254246" extrusionOk="0">
                  <a:moveTo>
                    <a:pt x="254248" y="254247"/>
                  </a:moveTo>
                  <a:lnTo>
                    <a:pt x="0" y="254247"/>
                  </a:lnTo>
                  <a:lnTo>
                    <a:pt x="0" y="106044"/>
                  </a:lnTo>
                  <a:cubicBezTo>
                    <a:pt x="0" y="47477"/>
                    <a:pt x="47477" y="0"/>
                    <a:pt x="106044" y="0"/>
                  </a:cubicBezTo>
                  <a:lnTo>
                    <a:pt x="254248" y="0"/>
                  </a:lnTo>
                  <a:lnTo>
                    <a:pt x="254248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8118467" y="4215134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8118467" y="4398268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8118467" y="4581402"/>
              <a:ext cx="183134" cy="183079"/>
            </a:xfrm>
            <a:custGeom>
              <a:avLst/>
              <a:gdLst/>
              <a:ahLst/>
              <a:cxnLst/>
              <a:rect l="l" t="t" r="r" b="b"/>
              <a:pathLst>
                <a:path w="254247" h="254170" extrusionOk="0">
                  <a:moveTo>
                    <a:pt x="254248" y="254171"/>
                  </a:moveTo>
                  <a:lnTo>
                    <a:pt x="106044" y="254171"/>
                  </a:lnTo>
                  <a:cubicBezTo>
                    <a:pt x="47477" y="254171"/>
                    <a:pt x="0" y="206694"/>
                    <a:pt x="0" y="148127"/>
                  </a:cubicBezTo>
                  <a:lnTo>
                    <a:pt x="0" y="0"/>
                  </a:lnTo>
                  <a:lnTo>
                    <a:pt x="254248" y="0"/>
                  </a:lnTo>
                  <a:lnTo>
                    <a:pt x="254248" y="25417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8301601" y="4032000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8301601" y="4215134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8301601" y="4398268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8301601" y="4581402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8484735" y="4032000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8484735" y="4215134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8484735" y="4398268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8484735" y="4581402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8667869" y="4032000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8667869" y="4215134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8667869" y="4398268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8667869" y="4581402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8851003" y="4032000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8851003" y="4215134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8851003" y="4398268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8851003" y="4581402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9034137" y="4032000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254247" y="254247"/>
                  </a:moveTo>
                  <a:lnTo>
                    <a:pt x="0" y="254247"/>
                  </a:lnTo>
                  <a:lnTo>
                    <a:pt x="0" y="0"/>
                  </a:lnTo>
                  <a:lnTo>
                    <a:pt x="148203" y="0"/>
                  </a:lnTo>
                  <a:cubicBezTo>
                    <a:pt x="206770" y="0"/>
                    <a:pt x="254247" y="47477"/>
                    <a:pt x="254247" y="106044"/>
                  </a:cubicBezTo>
                  <a:lnTo>
                    <a:pt x="254247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9034137" y="4215134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9034137" y="4398268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9034082" y="4581402"/>
              <a:ext cx="183133" cy="183079"/>
            </a:xfrm>
            <a:custGeom>
              <a:avLst/>
              <a:gdLst/>
              <a:ahLst/>
              <a:cxnLst/>
              <a:rect l="l" t="t" r="r" b="b"/>
              <a:pathLst>
                <a:path w="254246" h="254170" extrusionOk="0">
                  <a:moveTo>
                    <a:pt x="148203" y="254171"/>
                  </a:moveTo>
                  <a:lnTo>
                    <a:pt x="0" y="254171"/>
                  </a:lnTo>
                  <a:lnTo>
                    <a:pt x="0" y="0"/>
                  </a:lnTo>
                  <a:lnTo>
                    <a:pt x="254247" y="0"/>
                  </a:lnTo>
                  <a:lnTo>
                    <a:pt x="254247" y="148203"/>
                  </a:lnTo>
                  <a:cubicBezTo>
                    <a:pt x="254323" y="206694"/>
                    <a:pt x="206770" y="254171"/>
                    <a:pt x="148203" y="2541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8273696" y="4184110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76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8368300" y="4275103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8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8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8588258" y="4076429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8456830" y="4433997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8726908" y="4658168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7" y="77482"/>
                    <a:pt x="38741" y="77482"/>
                  </a:cubicBezTo>
                  <a:cubicBezTo>
                    <a:pt x="17345" y="77482"/>
                    <a:pt x="0" y="60137"/>
                    <a:pt x="0" y="38741"/>
                  </a:cubicBezTo>
                  <a:cubicBezTo>
                    <a:pt x="0" y="17345"/>
                    <a:pt x="17345" y="0"/>
                    <a:pt x="38741" y="0"/>
                  </a:cubicBezTo>
                  <a:cubicBezTo>
                    <a:pt x="60137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"/>
            <p:cNvSpPr/>
            <p:nvPr/>
          </p:nvSpPr>
          <p:spPr>
            <a:xfrm>
              <a:off x="8518057" y="4370363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7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7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8170393" y="4076429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"/>
            <p:cNvSpPr/>
            <p:nvPr/>
          </p:nvSpPr>
          <p:spPr>
            <a:xfrm>
              <a:off x="8456830" y="4293542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086" y="0"/>
                    <a:pt x="77482" y="17319"/>
                    <a:pt x="77482" y="387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"/>
            <p:cNvSpPr/>
            <p:nvPr/>
          </p:nvSpPr>
          <p:spPr>
            <a:xfrm>
              <a:off x="8368300" y="4378844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8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8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"/>
            <p:cNvSpPr/>
            <p:nvPr/>
          </p:nvSpPr>
          <p:spPr>
            <a:xfrm>
              <a:off x="8202566" y="4461903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"/>
            <p:cNvSpPr/>
            <p:nvPr/>
          </p:nvSpPr>
          <p:spPr>
            <a:xfrm>
              <a:off x="8174660" y="4617132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2" h="77481" extrusionOk="0">
                  <a:moveTo>
                    <a:pt x="77482" y="38741"/>
                  </a:moveTo>
                  <a:cubicBezTo>
                    <a:pt x="77482" y="60162"/>
                    <a:pt x="60163" y="77482"/>
                    <a:pt x="38742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20"/>
                    <a:pt x="17320" y="0"/>
                    <a:pt x="38742" y="0"/>
                  </a:cubicBezTo>
                  <a:cubicBezTo>
                    <a:pt x="60163" y="0"/>
                    <a:pt x="77482" y="17396"/>
                    <a:pt x="77482" y="387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"/>
            <p:cNvSpPr/>
            <p:nvPr/>
          </p:nvSpPr>
          <p:spPr>
            <a:xfrm>
              <a:off x="8273696" y="4321447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0"/>
                    <a:pt x="77482" y="17319"/>
                    <a:pt x="77482" y="3874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8919671" y="4247252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3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163" y="0"/>
                    <a:pt x="77482" y="17319"/>
                    <a:pt x="77482" y="3874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1"/>
          <p:cNvGrpSpPr/>
          <p:nvPr/>
        </p:nvGrpSpPr>
        <p:grpSpPr>
          <a:xfrm>
            <a:off x="1062846" y="290916"/>
            <a:ext cx="901968" cy="901968"/>
            <a:chOff x="1350404" y="-3124999"/>
            <a:chExt cx="1570279" cy="1570279"/>
          </a:xfrm>
        </p:grpSpPr>
        <p:sp>
          <p:nvSpPr>
            <p:cNvPr id="179" name="Google Shape;179;p1"/>
            <p:cNvSpPr/>
            <p:nvPr/>
          </p:nvSpPr>
          <p:spPr>
            <a:xfrm>
              <a:off x="2135530" y="-3124999"/>
              <a:ext cx="2889" cy="1570279"/>
            </a:xfrm>
            <a:custGeom>
              <a:avLst/>
              <a:gdLst/>
              <a:ahLst/>
              <a:cxnLst/>
              <a:rect l="l" t="t" r="r" b="b"/>
              <a:pathLst>
                <a:path w="2889" h="1570279" extrusionOk="0">
                  <a:moveTo>
                    <a:pt x="0" y="0"/>
                  </a:moveTo>
                  <a:lnTo>
                    <a:pt x="0" y="157028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"/>
            <p:cNvSpPr/>
            <p:nvPr/>
          </p:nvSpPr>
          <p:spPr>
            <a:xfrm>
              <a:off x="1350404" y="-2339874"/>
              <a:ext cx="1570279" cy="2889"/>
            </a:xfrm>
            <a:custGeom>
              <a:avLst/>
              <a:gdLst/>
              <a:ahLst/>
              <a:cxnLst/>
              <a:rect l="l" t="t" r="r" b="b"/>
              <a:pathLst>
                <a:path w="1570279" h="2889" extrusionOk="0">
                  <a:moveTo>
                    <a:pt x="1570280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0"/>
                  </a:moveTo>
                  <a:lnTo>
                    <a:pt x="0" y="111034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1110342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p1"/>
          <p:cNvSpPr txBox="1">
            <a:spLocks noGrp="1"/>
          </p:cNvSpPr>
          <p:nvPr>
            <p:ph type="ctrTitle" idx="2"/>
          </p:nvPr>
        </p:nvSpPr>
        <p:spPr>
          <a:xfrm>
            <a:off x="5193400" y="148900"/>
            <a:ext cx="3819300" cy="445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900"/>
              <a:t>ECE3403 - Data Analytics &amp; Optimization</a:t>
            </a:r>
            <a:endParaRPr sz="1900"/>
          </a:p>
        </p:txBody>
      </p:sp>
      <p:grpSp>
        <p:nvGrpSpPr>
          <p:cNvPr id="184" name="Google Shape;184;p1"/>
          <p:cNvGrpSpPr/>
          <p:nvPr/>
        </p:nvGrpSpPr>
        <p:grpSpPr>
          <a:xfrm>
            <a:off x="4060641" y="594094"/>
            <a:ext cx="1022706" cy="830413"/>
            <a:chOff x="7329141" y="362469"/>
            <a:chExt cx="1022706" cy="830413"/>
          </a:xfrm>
        </p:grpSpPr>
        <p:sp>
          <p:nvSpPr>
            <p:cNvPr id="185" name="Google Shape;185;p1"/>
            <p:cNvSpPr/>
            <p:nvPr/>
          </p:nvSpPr>
          <p:spPr>
            <a:xfrm>
              <a:off x="7329141" y="362469"/>
              <a:ext cx="1022706" cy="830413"/>
            </a:xfrm>
            <a:custGeom>
              <a:avLst/>
              <a:gdLst/>
              <a:ahLst/>
              <a:cxnLst/>
              <a:rect l="l" t="t" r="r" b="b"/>
              <a:pathLst>
                <a:path w="1901648" h="1544092" extrusionOk="0">
                  <a:moveTo>
                    <a:pt x="1770840" y="1544092"/>
                  </a:moveTo>
                  <a:lnTo>
                    <a:pt x="130807" y="1544092"/>
                  </a:lnTo>
                  <a:cubicBezTo>
                    <a:pt x="58567" y="1544092"/>
                    <a:pt x="0" y="1485525"/>
                    <a:pt x="0" y="1413285"/>
                  </a:cubicBezTo>
                  <a:lnTo>
                    <a:pt x="0" y="130808"/>
                  </a:lnTo>
                  <a:cubicBezTo>
                    <a:pt x="0" y="58567"/>
                    <a:pt x="58567" y="0"/>
                    <a:pt x="130807" y="0"/>
                  </a:cubicBezTo>
                  <a:lnTo>
                    <a:pt x="1770840" y="0"/>
                  </a:lnTo>
                  <a:cubicBezTo>
                    <a:pt x="1843081" y="0"/>
                    <a:pt x="1901648" y="58567"/>
                    <a:pt x="1901648" y="130808"/>
                  </a:cubicBezTo>
                  <a:lnTo>
                    <a:pt x="1901648" y="1413285"/>
                  </a:lnTo>
                  <a:cubicBezTo>
                    <a:pt x="1901648" y="1485449"/>
                    <a:pt x="1843081" y="1544092"/>
                    <a:pt x="1770840" y="15440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"/>
            <p:cNvSpPr/>
            <p:nvPr/>
          </p:nvSpPr>
          <p:spPr>
            <a:xfrm>
              <a:off x="7479397" y="507863"/>
              <a:ext cx="275878" cy="490191"/>
            </a:xfrm>
            <a:custGeom>
              <a:avLst/>
              <a:gdLst/>
              <a:ahLst/>
              <a:cxnLst/>
              <a:rect l="l" t="t" r="r" b="b"/>
              <a:pathLst>
                <a:path w="512975" h="911475" extrusionOk="0">
                  <a:moveTo>
                    <a:pt x="512976" y="0"/>
                  </a:moveTo>
                  <a:cubicBezTo>
                    <a:pt x="229635" y="0"/>
                    <a:pt x="0" y="229635"/>
                    <a:pt x="0" y="512976"/>
                  </a:cubicBezTo>
                  <a:cubicBezTo>
                    <a:pt x="0" y="673864"/>
                    <a:pt x="74064" y="817434"/>
                    <a:pt x="189983" y="911476"/>
                  </a:cubicBezTo>
                  <a:lnTo>
                    <a:pt x="512976" y="512976"/>
                  </a:lnTo>
                  <a:lnTo>
                    <a:pt x="5129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7" name="Google Shape;187;p1"/>
            <p:cNvGrpSpPr/>
            <p:nvPr/>
          </p:nvGrpSpPr>
          <p:grpSpPr>
            <a:xfrm>
              <a:off x="7581570" y="507863"/>
              <a:ext cx="449624" cy="551756"/>
              <a:chOff x="6727477" y="1096947"/>
              <a:chExt cx="836044" cy="1025951"/>
            </a:xfrm>
          </p:grpSpPr>
          <p:sp>
            <p:nvSpPr>
              <p:cNvPr id="188" name="Google Shape;188;p1"/>
              <p:cNvSpPr/>
              <p:nvPr/>
            </p:nvSpPr>
            <p:spPr>
              <a:xfrm>
                <a:off x="7050546" y="1096947"/>
                <a:ext cx="512975" cy="1014176"/>
              </a:xfrm>
              <a:custGeom>
                <a:avLst/>
                <a:gdLst/>
                <a:ahLst/>
                <a:cxnLst/>
                <a:rect l="l" t="t" r="r" b="b"/>
                <a:pathLst>
                  <a:path w="512975" h="1014176" extrusionOk="0">
                    <a:moveTo>
                      <a:pt x="512976" y="512976"/>
                    </a:moveTo>
                    <a:cubicBezTo>
                      <a:pt x="512976" y="229635"/>
                      <a:pt x="283341" y="0"/>
                      <a:pt x="0" y="0"/>
                    </a:cubicBezTo>
                    <a:lnTo>
                      <a:pt x="0" y="512976"/>
                    </a:lnTo>
                    <a:lnTo>
                      <a:pt x="109538" y="1014177"/>
                    </a:lnTo>
                    <a:cubicBezTo>
                      <a:pt x="340161" y="963966"/>
                      <a:pt x="512976" y="758639"/>
                      <a:pt x="512976" y="5129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1"/>
              <p:cNvSpPr/>
              <p:nvPr/>
            </p:nvSpPr>
            <p:spPr>
              <a:xfrm>
                <a:off x="6727477" y="1609923"/>
                <a:ext cx="432531" cy="512975"/>
              </a:xfrm>
              <a:custGeom>
                <a:avLst/>
                <a:gdLst/>
                <a:ahLst/>
                <a:cxnLst/>
                <a:rect l="l" t="t" r="r" b="b"/>
                <a:pathLst>
                  <a:path w="432531" h="512975" extrusionOk="0">
                    <a:moveTo>
                      <a:pt x="0" y="398500"/>
                    </a:moveTo>
                    <a:cubicBezTo>
                      <a:pt x="88192" y="470057"/>
                      <a:pt x="200617" y="512976"/>
                      <a:pt x="322993" y="512976"/>
                    </a:cubicBezTo>
                    <a:cubicBezTo>
                      <a:pt x="360594" y="512976"/>
                      <a:pt x="397208" y="508874"/>
                      <a:pt x="432531" y="501201"/>
                    </a:cubicBezTo>
                    <a:lnTo>
                      <a:pt x="322993" y="0"/>
                    </a:lnTo>
                    <a:lnTo>
                      <a:pt x="0" y="3985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0" name="Google Shape;190;p1"/>
            <p:cNvSpPr/>
            <p:nvPr/>
          </p:nvSpPr>
          <p:spPr>
            <a:xfrm>
              <a:off x="7755275" y="507863"/>
              <a:ext cx="222402" cy="439126"/>
            </a:xfrm>
            <a:custGeom>
              <a:avLst/>
              <a:gdLst/>
              <a:ahLst/>
              <a:cxnLst/>
              <a:rect l="l" t="t" r="r" b="b"/>
              <a:pathLst>
                <a:path w="413540" h="816522" extrusionOk="0">
                  <a:moveTo>
                    <a:pt x="0" y="0"/>
                  </a:moveTo>
                  <a:lnTo>
                    <a:pt x="0" y="512976"/>
                  </a:lnTo>
                  <a:lnTo>
                    <a:pt x="413541" y="8165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"/>
            <p:cNvSpPr/>
            <p:nvPr/>
          </p:nvSpPr>
          <p:spPr>
            <a:xfrm>
              <a:off x="7918481" y="577354"/>
              <a:ext cx="207735" cy="40730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"/>
            <p:cNvSpPr/>
            <p:nvPr/>
          </p:nvSpPr>
          <p:spPr>
            <a:xfrm>
              <a:off x="7986379" y="855683"/>
              <a:ext cx="207735" cy="40730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"/>
            <p:cNvSpPr/>
            <p:nvPr/>
          </p:nvSpPr>
          <p:spPr>
            <a:xfrm>
              <a:off x="8078706" y="664248"/>
              <a:ext cx="133057" cy="408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"/>
            <p:cNvSpPr/>
            <p:nvPr/>
          </p:nvSpPr>
          <p:spPr>
            <a:xfrm>
              <a:off x="8078706" y="691415"/>
              <a:ext cx="133057" cy="408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"/>
            <p:cNvSpPr/>
            <p:nvPr/>
          </p:nvSpPr>
          <p:spPr>
            <a:xfrm>
              <a:off x="8078706" y="718541"/>
              <a:ext cx="133057" cy="408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"/>
            <p:cNvSpPr/>
            <p:nvPr/>
          </p:nvSpPr>
          <p:spPr>
            <a:xfrm>
              <a:off x="8078706" y="946989"/>
              <a:ext cx="133057" cy="408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>
              <a:off x="8078706" y="974156"/>
              <a:ext cx="133057" cy="408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8078706" y="1001323"/>
              <a:ext cx="133057" cy="408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9" name="Google Shape;199;p1"/>
          <p:cNvGrpSpPr/>
          <p:nvPr/>
        </p:nvGrpSpPr>
        <p:grpSpPr>
          <a:xfrm>
            <a:off x="-215300" y="3851305"/>
            <a:ext cx="1694813" cy="830678"/>
            <a:chOff x="-215300" y="3851305"/>
            <a:chExt cx="1694813" cy="830678"/>
          </a:xfrm>
        </p:grpSpPr>
        <p:sp>
          <p:nvSpPr>
            <p:cNvPr id="200" name="Google Shape;200;p1"/>
            <p:cNvSpPr/>
            <p:nvPr/>
          </p:nvSpPr>
          <p:spPr>
            <a:xfrm>
              <a:off x="861887" y="3947362"/>
              <a:ext cx="215268" cy="422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1" name="Google Shape;201;p1"/>
            <p:cNvGrpSpPr/>
            <p:nvPr/>
          </p:nvGrpSpPr>
          <p:grpSpPr>
            <a:xfrm>
              <a:off x="861887" y="4031521"/>
              <a:ext cx="137882" cy="60495"/>
              <a:chOff x="1949580" y="3551527"/>
              <a:chExt cx="247410" cy="108551"/>
            </a:xfrm>
          </p:grpSpPr>
          <p:sp>
            <p:nvSpPr>
              <p:cNvPr id="202" name="Google Shape;202;p1"/>
              <p:cNvSpPr/>
              <p:nvPr/>
            </p:nvSpPr>
            <p:spPr>
              <a:xfrm>
                <a:off x="1949580" y="3551527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"/>
              <p:cNvSpPr/>
              <p:nvPr/>
            </p:nvSpPr>
            <p:spPr>
              <a:xfrm>
                <a:off x="1949580" y="3601966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"/>
              <p:cNvSpPr/>
              <p:nvPr/>
            </p:nvSpPr>
            <p:spPr>
              <a:xfrm>
                <a:off x="1949580" y="3652482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5" name="Google Shape;205;p1"/>
            <p:cNvSpPr/>
            <p:nvPr/>
          </p:nvSpPr>
          <p:spPr>
            <a:xfrm>
              <a:off x="-85801" y="4070172"/>
              <a:ext cx="105708" cy="61151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104109" y="4375950"/>
              <a:ext cx="105745" cy="305846"/>
            </a:xfrm>
            <a:custGeom>
              <a:avLst/>
              <a:gdLst/>
              <a:ahLst/>
              <a:cxnLst/>
              <a:rect l="l" t="t" r="r" b="b"/>
              <a:pathLst>
                <a:path w="189678" h="548602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548602"/>
                  </a:lnTo>
                  <a:lnTo>
                    <a:pt x="0" y="5486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294020" y="4210340"/>
              <a:ext cx="105708" cy="471388"/>
            </a:xfrm>
            <a:custGeom>
              <a:avLst/>
              <a:gdLst/>
              <a:ahLst/>
              <a:cxnLst/>
              <a:rect l="l" t="t" r="r" b="b"/>
              <a:pathLst>
                <a:path w="189678" h="845843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845844"/>
                  </a:lnTo>
                  <a:lnTo>
                    <a:pt x="0" y="845844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483972" y="4070172"/>
              <a:ext cx="105708" cy="61151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673882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"/>
            <p:cNvSpPr/>
            <p:nvPr/>
          </p:nvSpPr>
          <p:spPr>
            <a:xfrm>
              <a:off x="863835" y="4347926"/>
              <a:ext cx="105745" cy="333923"/>
            </a:xfrm>
            <a:custGeom>
              <a:avLst/>
              <a:gdLst/>
              <a:ahLst/>
              <a:cxnLst/>
              <a:rect l="l" t="t" r="r" b="b"/>
              <a:pathLst>
                <a:path w="189678" h="598965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598965"/>
                  </a:lnTo>
                  <a:lnTo>
                    <a:pt x="0" y="59896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1"/>
            <p:cNvSpPr/>
            <p:nvPr/>
          </p:nvSpPr>
          <p:spPr>
            <a:xfrm>
              <a:off x="1053745" y="4472133"/>
              <a:ext cx="105708" cy="209553"/>
            </a:xfrm>
            <a:custGeom>
              <a:avLst/>
              <a:gdLst/>
              <a:ahLst/>
              <a:cxnLst/>
              <a:rect l="l" t="t" r="r" b="b"/>
              <a:pathLst>
                <a:path w="189678" h="376014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376015"/>
                  </a:lnTo>
                  <a:lnTo>
                    <a:pt x="0" y="3760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1"/>
            <p:cNvSpPr/>
            <p:nvPr/>
          </p:nvSpPr>
          <p:spPr>
            <a:xfrm>
              <a:off x="1243698" y="4070172"/>
              <a:ext cx="105708" cy="61151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1"/>
            <p:cNvSpPr/>
            <p:nvPr/>
          </p:nvSpPr>
          <p:spPr>
            <a:xfrm>
              <a:off x="-32968" y="4087783"/>
              <a:ext cx="1329498" cy="420165"/>
            </a:xfrm>
            <a:custGeom>
              <a:avLst/>
              <a:gdLst/>
              <a:ahLst/>
              <a:cxnLst/>
              <a:rect l="l" t="t" r="r" b="b"/>
              <a:pathLst>
                <a:path w="2385606" h="753929" extrusionOk="0">
                  <a:moveTo>
                    <a:pt x="0" y="0"/>
                  </a:moveTo>
                  <a:lnTo>
                    <a:pt x="340844" y="555135"/>
                  </a:lnTo>
                  <a:lnTo>
                    <a:pt x="681613" y="262147"/>
                  </a:lnTo>
                  <a:lnTo>
                    <a:pt x="1022381" y="0"/>
                  </a:lnTo>
                  <a:lnTo>
                    <a:pt x="1363225" y="0"/>
                  </a:lnTo>
                  <a:lnTo>
                    <a:pt x="1703993" y="517077"/>
                  </a:lnTo>
                  <a:lnTo>
                    <a:pt x="2044838" y="753929"/>
                  </a:lnTo>
                  <a:lnTo>
                    <a:pt x="2385606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-61417" y="4059335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128536" y="4354614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318446" y="4189385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508356" y="4059335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5" y="102094"/>
                    <a:pt x="0" y="79239"/>
                    <a:pt x="0" y="51047"/>
                  </a:cubicBezTo>
                  <a:cubicBezTo>
                    <a:pt x="0" y="22854"/>
                    <a:pt x="22855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698309" y="4059335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893172" y="4336368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1078172" y="4457909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1268082" y="4046253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-215300" y="3851305"/>
              <a:ext cx="1694813" cy="830678"/>
            </a:xfrm>
            <a:custGeom>
              <a:avLst/>
              <a:gdLst/>
              <a:ahLst/>
              <a:cxnLst/>
              <a:rect l="l" t="t" r="r" b="b"/>
              <a:pathLst>
                <a:path w="3040023" h="1490006" extrusionOk="0">
                  <a:moveTo>
                    <a:pt x="2916053" y="1490007"/>
                  </a:moveTo>
                  <a:lnTo>
                    <a:pt x="123971" y="1490007"/>
                  </a:lnTo>
                  <a:cubicBezTo>
                    <a:pt x="55529" y="1490007"/>
                    <a:pt x="0" y="1434478"/>
                    <a:pt x="0" y="1366036"/>
                  </a:cubicBezTo>
                  <a:lnTo>
                    <a:pt x="0" y="123971"/>
                  </a:lnTo>
                  <a:cubicBezTo>
                    <a:pt x="0" y="55529"/>
                    <a:pt x="55529" y="0"/>
                    <a:pt x="123971" y="0"/>
                  </a:cubicBezTo>
                  <a:lnTo>
                    <a:pt x="2916053" y="0"/>
                  </a:lnTo>
                  <a:cubicBezTo>
                    <a:pt x="2984495" y="0"/>
                    <a:pt x="3040024" y="55529"/>
                    <a:pt x="3040024" y="123971"/>
                  </a:cubicBezTo>
                  <a:lnTo>
                    <a:pt x="3040024" y="1366036"/>
                  </a:lnTo>
                  <a:cubicBezTo>
                    <a:pt x="3040024" y="1434554"/>
                    <a:pt x="2984495" y="1490007"/>
                    <a:pt x="2916053" y="14900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23" name="Google Shape;223;p1"/>
          <p:cNvCxnSpPr/>
          <p:nvPr/>
        </p:nvCxnSpPr>
        <p:spPr>
          <a:xfrm>
            <a:off x="3447900" y="4032000"/>
            <a:ext cx="2248200" cy="1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b="1"/>
              <a:t>Why Problem Definition is Important?</a:t>
            </a:r>
            <a:endParaRPr/>
          </a:p>
        </p:txBody>
      </p:sp>
      <p:sp>
        <p:nvSpPr>
          <p:cNvPr id="229" name="Google Shape;229;p2"/>
          <p:cNvSpPr txBox="1">
            <a:spLocks noGrp="1"/>
          </p:cNvSpPr>
          <p:nvPr>
            <p:ph type="body" idx="1"/>
          </p:nvPr>
        </p:nvSpPr>
        <p:spPr>
          <a:xfrm>
            <a:off x="720000" y="1090524"/>
            <a:ext cx="7704000" cy="3691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A well-defined problem guides data collection and analysis.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Example: Instead of “Improve student grades,” define it as:</a:t>
            </a:r>
            <a:endParaRPr/>
          </a:p>
          <a:p>
            <a:pPr marL="74295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"How does study time affect student performance?"</a:t>
            </a: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A good problem statement includes:</a:t>
            </a:r>
            <a:endParaRPr/>
          </a:p>
          <a:p>
            <a:pPr marL="74295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>
                <a:solidFill>
                  <a:srgbClr val="3E3ED0"/>
                </a:solidFill>
              </a:rPr>
              <a:t>Clear objective</a:t>
            </a:r>
            <a:endParaRPr/>
          </a:p>
          <a:p>
            <a:pPr marL="74295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>
                <a:solidFill>
                  <a:srgbClr val="FF0000"/>
                </a:solidFill>
              </a:rPr>
              <a:t>Scope and constraints</a:t>
            </a:r>
            <a:endParaRPr/>
          </a:p>
          <a:p>
            <a:pPr marL="74295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>
                <a:solidFill>
                  <a:srgbClr val="00B050"/>
                </a:solidFill>
              </a:rPr>
              <a:t>Key variables involved</a:t>
            </a:r>
            <a:endParaRPr/>
          </a:p>
          <a:p>
            <a:pPr marL="45720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grpSp>
        <p:nvGrpSpPr>
          <p:cNvPr id="230" name="Google Shape;230;p2"/>
          <p:cNvGrpSpPr/>
          <p:nvPr/>
        </p:nvGrpSpPr>
        <p:grpSpPr>
          <a:xfrm>
            <a:off x="8105349" y="4148721"/>
            <a:ext cx="1099092" cy="1238854"/>
            <a:chOff x="2594603" y="2081903"/>
            <a:chExt cx="871327" cy="982126"/>
          </a:xfrm>
        </p:grpSpPr>
        <p:sp>
          <p:nvSpPr>
            <p:cNvPr id="231" name="Google Shape;231;p2"/>
            <p:cNvSpPr/>
            <p:nvPr/>
          </p:nvSpPr>
          <p:spPr>
            <a:xfrm>
              <a:off x="3157347" y="2358046"/>
              <a:ext cx="186375" cy="36542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3076913" y="2815020"/>
              <a:ext cx="186375" cy="36542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3157347" y="2430693"/>
              <a:ext cx="119375" cy="366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3157347" y="2455005"/>
              <a:ext cx="119375" cy="366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3157347" y="2479318"/>
              <a:ext cx="119375" cy="366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3143746" y="2888800"/>
              <a:ext cx="119375" cy="366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3143746" y="2913076"/>
              <a:ext cx="119375" cy="366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3143746" y="2937389"/>
              <a:ext cx="119375" cy="366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2594639" y="2081903"/>
              <a:ext cx="871290" cy="982126"/>
            </a:xfrm>
            <a:custGeom>
              <a:avLst/>
              <a:gdLst/>
              <a:ahLst/>
              <a:cxnLst/>
              <a:rect l="l" t="t" r="r" b="b"/>
              <a:pathLst>
                <a:path w="1805783" h="2035494" extrusionOk="0">
                  <a:moveTo>
                    <a:pt x="1634108" y="2035494"/>
                  </a:moveTo>
                  <a:lnTo>
                    <a:pt x="171600" y="2035494"/>
                  </a:lnTo>
                  <a:cubicBezTo>
                    <a:pt x="76798" y="2035494"/>
                    <a:pt x="0" y="1958620"/>
                    <a:pt x="0" y="1863895"/>
                  </a:cubicBezTo>
                  <a:lnTo>
                    <a:pt x="0" y="171600"/>
                  </a:lnTo>
                  <a:cubicBezTo>
                    <a:pt x="-76" y="76874"/>
                    <a:pt x="76798" y="0"/>
                    <a:pt x="171600" y="0"/>
                  </a:cubicBezTo>
                  <a:lnTo>
                    <a:pt x="1634184" y="0"/>
                  </a:lnTo>
                  <a:cubicBezTo>
                    <a:pt x="1728985" y="0"/>
                    <a:pt x="1805783" y="76874"/>
                    <a:pt x="1805783" y="171600"/>
                  </a:cubicBezTo>
                  <a:lnTo>
                    <a:pt x="1805783" y="1863819"/>
                  </a:lnTo>
                  <a:cubicBezTo>
                    <a:pt x="1805783" y="1958620"/>
                    <a:pt x="1728909" y="2035494"/>
                    <a:pt x="1634108" y="20354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2594603" y="2323895"/>
              <a:ext cx="871290" cy="645078"/>
            </a:xfrm>
            <a:custGeom>
              <a:avLst/>
              <a:gdLst/>
              <a:ahLst/>
              <a:cxnLst/>
              <a:rect l="l" t="t" r="r" b="b"/>
              <a:pathLst>
                <a:path w="1805783" h="1336949" extrusionOk="0">
                  <a:moveTo>
                    <a:pt x="0" y="548154"/>
                  </a:moveTo>
                  <a:lnTo>
                    <a:pt x="205479" y="891277"/>
                  </a:lnTo>
                  <a:cubicBezTo>
                    <a:pt x="221507" y="918092"/>
                    <a:pt x="261615" y="913838"/>
                    <a:pt x="271642" y="884213"/>
                  </a:cubicBezTo>
                  <a:lnTo>
                    <a:pt x="550349" y="60854"/>
                  </a:lnTo>
                  <a:cubicBezTo>
                    <a:pt x="560832" y="29861"/>
                    <a:pt x="603523" y="27050"/>
                    <a:pt x="617956" y="56372"/>
                  </a:cubicBezTo>
                  <a:lnTo>
                    <a:pt x="729545" y="282893"/>
                  </a:lnTo>
                  <a:cubicBezTo>
                    <a:pt x="743522" y="311227"/>
                    <a:pt x="784466" y="309783"/>
                    <a:pt x="796392" y="280538"/>
                  </a:cubicBezTo>
                  <a:lnTo>
                    <a:pt x="901676" y="22797"/>
                  </a:lnTo>
                  <a:cubicBezTo>
                    <a:pt x="914362" y="-8272"/>
                    <a:pt x="958648" y="-7361"/>
                    <a:pt x="970119" y="24164"/>
                  </a:cubicBezTo>
                  <a:lnTo>
                    <a:pt x="1271918" y="857930"/>
                  </a:lnTo>
                  <a:cubicBezTo>
                    <a:pt x="1283844" y="890822"/>
                    <a:pt x="1330713" y="889910"/>
                    <a:pt x="1341348" y="856562"/>
                  </a:cubicBezTo>
                  <a:lnTo>
                    <a:pt x="1388065" y="709954"/>
                  </a:lnTo>
                  <a:cubicBezTo>
                    <a:pt x="1398776" y="676227"/>
                    <a:pt x="1446404" y="675771"/>
                    <a:pt x="1457723" y="709347"/>
                  </a:cubicBezTo>
                  <a:lnTo>
                    <a:pt x="1551916" y="987066"/>
                  </a:lnTo>
                  <a:cubicBezTo>
                    <a:pt x="1562703" y="1018818"/>
                    <a:pt x="1606989" y="1020642"/>
                    <a:pt x="1620283" y="989877"/>
                  </a:cubicBezTo>
                  <a:lnTo>
                    <a:pt x="1620283" y="989877"/>
                  </a:lnTo>
                  <a:cubicBezTo>
                    <a:pt x="1633576" y="959112"/>
                    <a:pt x="1677862" y="960859"/>
                    <a:pt x="1688649" y="992611"/>
                  </a:cubicBezTo>
                  <a:lnTo>
                    <a:pt x="1805783" y="133695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3054464" y="2358046"/>
              <a:ext cx="49260" cy="49260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29"/>
                    <a:pt x="79229" y="102094"/>
                    <a:pt x="51047" y="102094"/>
                  </a:cubicBezTo>
                  <a:cubicBezTo>
                    <a:pt x="22865" y="102094"/>
                    <a:pt x="0" y="79229"/>
                    <a:pt x="0" y="51047"/>
                  </a:cubicBezTo>
                  <a:cubicBezTo>
                    <a:pt x="0" y="22865"/>
                    <a:pt x="22865" y="0"/>
                    <a:pt x="51047" y="0"/>
                  </a:cubicBezTo>
                  <a:cubicBezTo>
                    <a:pt x="79229" y="0"/>
                    <a:pt x="102094" y="22865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3306807" y="2724970"/>
              <a:ext cx="49260" cy="49260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5" y="102094"/>
                    <a:pt x="0" y="79239"/>
                    <a:pt x="0" y="51047"/>
                  </a:cubicBezTo>
                  <a:cubicBezTo>
                    <a:pt x="0" y="22855"/>
                    <a:pt x="22855" y="0"/>
                    <a:pt x="51047" y="0"/>
                  </a:cubicBezTo>
                  <a:cubicBezTo>
                    <a:pt x="79239" y="0"/>
                    <a:pt x="102094" y="22855"/>
                    <a:pt x="102094" y="5104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2734813" y="2455008"/>
              <a:ext cx="342916" cy="205028"/>
            </a:xfrm>
            <a:custGeom>
              <a:avLst/>
              <a:gdLst/>
              <a:ahLst/>
              <a:cxnLst/>
              <a:rect l="l" t="t" r="r" b="b"/>
              <a:pathLst>
                <a:path w="710706" h="424928" extrusionOk="0">
                  <a:moveTo>
                    <a:pt x="672269" y="6831"/>
                  </a:moveTo>
                  <a:lnTo>
                    <a:pt x="596762" y="84161"/>
                  </a:lnTo>
                  <a:lnTo>
                    <a:pt x="54085" y="84161"/>
                  </a:lnTo>
                  <a:cubicBezTo>
                    <a:pt x="24232" y="84161"/>
                    <a:pt x="0" y="108393"/>
                    <a:pt x="0" y="138246"/>
                  </a:cubicBezTo>
                  <a:lnTo>
                    <a:pt x="0" y="370843"/>
                  </a:lnTo>
                  <a:cubicBezTo>
                    <a:pt x="0" y="400697"/>
                    <a:pt x="24232" y="424929"/>
                    <a:pt x="54085" y="424929"/>
                  </a:cubicBezTo>
                  <a:lnTo>
                    <a:pt x="656621" y="424929"/>
                  </a:lnTo>
                  <a:cubicBezTo>
                    <a:pt x="686474" y="424929"/>
                    <a:pt x="710706" y="400697"/>
                    <a:pt x="710706" y="370843"/>
                  </a:cubicBezTo>
                  <a:lnTo>
                    <a:pt x="710706" y="84161"/>
                  </a:lnTo>
                  <a:lnTo>
                    <a:pt x="710706" y="22555"/>
                  </a:lnTo>
                  <a:cubicBezTo>
                    <a:pt x="710782" y="2349"/>
                    <a:pt x="686322" y="-7602"/>
                    <a:pt x="672269" y="68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2594603" y="2143434"/>
              <a:ext cx="871327" cy="3665"/>
            </a:xfrm>
            <a:custGeom>
              <a:avLst/>
              <a:gdLst/>
              <a:ahLst/>
              <a:cxnLst/>
              <a:rect l="l" t="t" r="r" b="b"/>
              <a:pathLst>
                <a:path w="1805859" h="7596" extrusionOk="0">
                  <a:moveTo>
                    <a:pt x="0" y="0"/>
                  </a:moveTo>
                  <a:lnTo>
                    <a:pt x="180585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5" name="Google Shape;245;p2"/>
          <p:cNvGrpSpPr/>
          <p:nvPr/>
        </p:nvGrpSpPr>
        <p:grpSpPr>
          <a:xfrm>
            <a:off x="-262423" y="4603993"/>
            <a:ext cx="988875" cy="824428"/>
            <a:chOff x="5378191" y="1701500"/>
            <a:chExt cx="611171" cy="509535"/>
          </a:xfrm>
        </p:grpSpPr>
        <p:sp>
          <p:nvSpPr>
            <p:cNvPr id="246" name="Google Shape;246;p2"/>
            <p:cNvSpPr/>
            <p:nvPr/>
          </p:nvSpPr>
          <p:spPr>
            <a:xfrm>
              <a:off x="5378191" y="1701500"/>
              <a:ext cx="611171" cy="509535"/>
            </a:xfrm>
            <a:custGeom>
              <a:avLst/>
              <a:gdLst/>
              <a:ahLst/>
              <a:cxnLst/>
              <a:rect l="l" t="t" r="r" b="b"/>
              <a:pathLst>
                <a:path w="1266676" h="1056032" extrusionOk="0">
                  <a:moveTo>
                    <a:pt x="1101761" y="1056032"/>
                  </a:moveTo>
                  <a:lnTo>
                    <a:pt x="164915" y="1056032"/>
                  </a:lnTo>
                  <a:cubicBezTo>
                    <a:pt x="73835" y="1056032"/>
                    <a:pt x="0" y="982197"/>
                    <a:pt x="0" y="891118"/>
                  </a:cubicBezTo>
                  <a:lnTo>
                    <a:pt x="0" y="164915"/>
                  </a:lnTo>
                  <a:cubicBezTo>
                    <a:pt x="0" y="73836"/>
                    <a:pt x="73835" y="0"/>
                    <a:pt x="164915" y="0"/>
                  </a:cubicBezTo>
                  <a:lnTo>
                    <a:pt x="1101761" y="0"/>
                  </a:lnTo>
                  <a:cubicBezTo>
                    <a:pt x="1192841" y="0"/>
                    <a:pt x="1266677" y="73836"/>
                    <a:pt x="1266677" y="164915"/>
                  </a:cubicBezTo>
                  <a:lnTo>
                    <a:pt x="1266677" y="891118"/>
                  </a:lnTo>
                  <a:cubicBezTo>
                    <a:pt x="1266677" y="982197"/>
                    <a:pt x="1192841" y="1056032"/>
                    <a:pt x="1101761" y="105603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5497928" y="1776815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6" h="71556" extrusionOk="0">
                  <a:moveTo>
                    <a:pt x="71556" y="35778"/>
                  </a:moveTo>
                  <a:cubicBezTo>
                    <a:pt x="71556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6" y="55529"/>
                    <a:pt x="71556" y="357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5608451" y="1776815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5719011" y="1776815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5829571" y="1776815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5497928" y="1882549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6" h="71556" extrusionOk="0">
                  <a:moveTo>
                    <a:pt x="71556" y="35778"/>
                  </a:moveTo>
                  <a:cubicBezTo>
                    <a:pt x="71556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6" y="55529"/>
                    <a:pt x="71556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5608451" y="1882549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5719011" y="1882549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solidFill>
              <a:srgbClr val="6E6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5829571" y="1882549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5497928" y="198832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6" h="71556" extrusionOk="0">
                  <a:moveTo>
                    <a:pt x="71556" y="35778"/>
                  </a:moveTo>
                  <a:cubicBezTo>
                    <a:pt x="71556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6" y="55529"/>
                    <a:pt x="71556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5608451" y="198832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5719011" y="198832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5829571" y="198832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5497928" y="209409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6" h="71556" extrusionOk="0">
                  <a:moveTo>
                    <a:pt x="71556" y="35778"/>
                  </a:moveTo>
                  <a:cubicBezTo>
                    <a:pt x="71556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6" y="55529"/>
                    <a:pt x="71556" y="357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5608451" y="209409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5719011" y="209409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5829571" y="209409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b="1"/>
              <a:t>Why Problem Definition is Important?</a:t>
            </a:r>
            <a:endParaRPr/>
          </a:p>
        </p:txBody>
      </p:sp>
      <p:sp>
        <p:nvSpPr>
          <p:cNvPr id="268" name="Google Shape;268;p3"/>
          <p:cNvSpPr txBox="1">
            <a:spLocks noGrp="1"/>
          </p:cNvSpPr>
          <p:nvPr>
            <p:ph type="body" idx="1"/>
          </p:nvPr>
        </p:nvSpPr>
        <p:spPr>
          <a:xfrm>
            <a:off x="720000" y="1090524"/>
            <a:ext cx="7704000" cy="3691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/>
              <a:t>Scenario:</a:t>
            </a:r>
            <a:r>
              <a:rPr lang="en-US"/>
              <a:t> </a:t>
            </a:r>
            <a:r>
              <a:rPr lang="en-US" b="1"/>
              <a:t>“A company wants to reduce employee leaving.”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</a:pPr>
            <a:r>
              <a:rPr lang="en-US" b="1"/>
              <a:t>Poor Definition:</a:t>
            </a:r>
            <a:r>
              <a:rPr lang="en-US"/>
              <a:t> "We want to reduce employee leaving.”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b="1"/>
              <a:t>Better Definition:</a:t>
            </a:r>
            <a:r>
              <a:rPr lang="en-US"/>
              <a:t> "How do </a:t>
            </a:r>
            <a:r>
              <a:rPr lang="en-US">
                <a:solidFill>
                  <a:schemeClr val="dk1"/>
                </a:solidFill>
              </a:rPr>
              <a:t>factors such as satisfaction, salary, and work-life balance affect employee retention rates over the past three years</a:t>
            </a:r>
            <a:r>
              <a:rPr lang="en-US"/>
              <a:t>?"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lang="en-US">
                <a:solidFill>
                  <a:srgbClr val="3E3ED0"/>
                </a:solidFill>
              </a:rPr>
              <a:t>Objective: </a:t>
            </a:r>
            <a:endParaRPr/>
          </a:p>
          <a:p>
            <a:pPr marL="59690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3E3ED0"/>
                </a:solidFill>
              </a:rPr>
              <a:t>	satisfaction, salary, and work-life balance effect on employee staying</a:t>
            </a:r>
            <a:endParaRPr/>
          </a:p>
          <a:p>
            <a:pPr marL="59690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solidFill>
                <a:srgbClr val="3E3ED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lang="en-US">
                <a:solidFill>
                  <a:srgbClr val="FF0000"/>
                </a:solidFill>
              </a:rPr>
              <a:t>Scope and constraints: 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FF0000"/>
                </a:solidFill>
              </a:rPr>
              <a:t>	Employees – satisfaction, salary, work-life balance - Past three years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FF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lang="en-US">
                <a:solidFill>
                  <a:srgbClr val="00B050"/>
                </a:solidFill>
              </a:rPr>
              <a:t>Key variables involved: </a:t>
            </a:r>
            <a:endParaRPr/>
          </a:p>
          <a:p>
            <a:pPr marL="59690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B050"/>
                </a:solidFill>
              </a:rPr>
              <a:t>	Employee Retention Rates (dependent variable)</a:t>
            </a:r>
            <a:endParaRPr/>
          </a:p>
          <a:p>
            <a:pPr marL="59690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B050"/>
                </a:solidFill>
              </a:rPr>
              <a:t>	Satisfaction, salary, work-life balance (independent variable)</a:t>
            </a:r>
            <a:endParaRPr/>
          </a:p>
          <a:p>
            <a:pPr marL="45720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45720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45720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grpSp>
        <p:nvGrpSpPr>
          <p:cNvPr id="269" name="Google Shape;269;p3"/>
          <p:cNvGrpSpPr/>
          <p:nvPr/>
        </p:nvGrpSpPr>
        <p:grpSpPr>
          <a:xfrm>
            <a:off x="8105349" y="4148721"/>
            <a:ext cx="1099092" cy="1238854"/>
            <a:chOff x="2594603" y="2081903"/>
            <a:chExt cx="871327" cy="982126"/>
          </a:xfrm>
        </p:grpSpPr>
        <p:sp>
          <p:nvSpPr>
            <p:cNvPr id="270" name="Google Shape;270;p3"/>
            <p:cNvSpPr/>
            <p:nvPr/>
          </p:nvSpPr>
          <p:spPr>
            <a:xfrm>
              <a:off x="3157347" y="2358046"/>
              <a:ext cx="186375" cy="36542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3076913" y="2815020"/>
              <a:ext cx="186375" cy="36542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3157347" y="2430693"/>
              <a:ext cx="119375" cy="366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3157347" y="2455005"/>
              <a:ext cx="119375" cy="366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3"/>
            <p:cNvSpPr/>
            <p:nvPr/>
          </p:nvSpPr>
          <p:spPr>
            <a:xfrm>
              <a:off x="3157347" y="2479318"/>
              <a:ext cx="119375" cy="366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3"/>
            <p:cNvSpPr/>
            <p:nvPr/>
          </p:nvSpPr>
          <p:spPr>
            <a:xfrm>
              <a:off x="3143746" y="2888800"/>
              <a:ext cx="119375" cy="366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3143746" y="2913076"/>
              <a:ext cx="119375" cy="366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3"/>
            <p:cNvSpPr/>
            <p:nvPr/>
          </p:nvSpPr>
          <p:spPr>
            <a:xfrm>
              <a:off x="3143746" y="2937389"/>
              <a:ext cx="119375" cy="366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3"/>
            <p:cNvSpPr/>
            <p:nvPr/>
          </p:nvSpPr>
          <p:spPr>
            <a:xfrm>
              <a:off x="2594639" y="2081903"/>
              <a:ext cx="871290" cy="982126"/>
            </a:xfrm>
            <a:custGeom>
              <a:avLst/>
              <a:gdLst/>
              <a:ahLst/>
              <a:cxnLst/>
              <a:rect l="l" t="t" r="r" b="b"/>
              <a:pathLst>
                <a:path w="1805783" h="2035494" extrusionOk="0">
                  <a:moveTo>
                    <a:pt x="1634108" y="2035494"/>
                  </a:moveTo>
                  <a:lnTo>
                    <a:pt x="171600" y="2035494"/>
                  </a:lnTo>
                  <a:cubicBezTo>
                    <a:pt x="76798" y="2035494"/>
                    <a:pt x="0" y="1958620"/>
                    <a:pt x="0" y="1863895"/>
                  </a:cubicBezTo>
                  <a:lnTo>
                    <a:pt x="0" y="171600"/>
                  </a:lnTo>
                  <a:cubicBezTo>
                    <a:pt x="-76" y="76874"/>
                    <a:pt x="76798" y="0"/>
                    <a:pt x="171600" y="0"/>
                  </a:cubicBezTo>
                  <a:lnTo>
                    <a:pt x="1634184" y="0"/>
                  </a:lnTo>
                  <a:cubicBezTo>
                    <a:pt x="1728985" y="0"/>
                    <a:pt x="1805783" y="76874"/>
                    <a:pt x="1805783" y="171600"/>
                  </a:cubicBezTo>
                  <a:lnTo>
                    <a:pt x="1805783" y="1863819"/>
                  </a:lnTo>
                  <a:cubicBezTo>
                    <a:pt x="1805783" y="1958620"/>
                    <a:pt x="1728909" y="2035494"/>
                    <a:pt x="1634108" y="20354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3"/>
            <p:cNvSpPr/>
            <p:nvPr/>
          </p:nvSpPr>
          <p:spPr>
            <a:xfrm>
              <a:off x="2594603" y="2323895"/>
              <a:ext cx="871290" cy="645078"/>
            </a:xfrm>
            <a:custGeom>
              <a:avLst/>
              <a:gdLst/>
              <a:ahLst/>
              <a:cxnLst/>
              <a:rect l="l" t="t" r="r" b="b"/>
              <a:pathLst>
                <a:path w="1805783" h="1336949" extrusionOk="0">
                  <a:moveTo>
                    <a:pt x="0" y="548154"/>
                  </a:moveTo>
                  <a:lnTo>
                    <a:pt x="205479" y="891277"/>
                  </a:lnTo>
                  <a:cubicBezTo>
                    <a:pt x="221507" y="918092"/>
                    <a:pt x="261615" y="913838"/>
                    <a:pt x="271642" y="884213"/>
                  </a:cubicBezTo>
                  <a:lnTo>
                    <a:pt x="550349" y="60854"/>
                  </a:lnTo>
                  <a:cubicBezTo>
                    <a:pt x="560832" y="29861"/>
                    <a:pt x="603523" y="27050"/>
                    <a:pt x="617956" y="56372"/>
                  </a:cubicBezTo>
                  <a:lnTo>
                    <a:pt x="729545" y="282893"/>
                  </a:lnTo>
                  <a:cubicBezTo>
                    <a:pt x="743522" y="311227"/>
                    <a:pt x="784466" y="309783"/>
                    <a:pt x="796392" y="280538"/>
                  </a:cubicBezTo>
                  <a:lnTo>
                    <a:pt x="901676" y="22797"/>
                  </a:lnTo>
                  <a:cubicBezTo>
                    <a:pt x="914362" y="-8272"/>
                    <a:pt x="958648" y="-7361"/>
                    <a:pt x="970119" y="24164"/>
                  </a:cubicBezTo>
                  <a:lnTo>
                    <a:pt x="1271918" y="857930"/>
                  </a:lnTo>
                  <a:cubicBezTo>
                    <a:pt x="1283844" y="890822"/>
                    <a:pt x="1330713" y="889910"/>
                    <a:pt x="1341348" y="856562"/>
                  </a:cubicBezTo>
                  <a:lnTo>
                    <a:pt x="1388065" y="709954"/>
                  </a:lnTo>
                  <a:cubicBezTo>
                    <a:pt x="1398776" y="676227"/>
                    <a:pt x="1446404" y="675771"/>
                    <a:pt x="1457723" y="709347"/>
                  </a:cubicBezTo>
                  <a:lnTo>
                    <a:pt x="1551916" y="987066"/>
                  </a:lnTo>
                  <a:cubicBezTo>
                    <a:pt x="1562703" y="1018818"/>
                    <a:pt x="1606989" y="1020642"/>
                    <a:pt x="1620283" y="989877"/>
                  </a:cubicBezTo>
                  <a:lnTo>
                    <a:pt x="1620283" y="989877"/>
                  </a:lnTo>
                  <a:cubicBezTo>
                    <a:pt x="1633576" y="959112"/>
                    <a:pt x="1677862" y="960859"/>
                    <a:pt x="1688649" y="992611"/>
                  </a:cubicBezTo>
                  <a:lnTo>
                    <a:pt x="1805783" y="133695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3"/>
            <p:cNvSpPr/>
            <p:nvPr/>
          </p:nvSpPr>
          <p:spPr>
            <a:xfrm>
              <a:off x="3054464" y="2358046"/>
              <a:ext cx="49260" cy="49260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29"/>
                    <a:pt x="79229" y="102094"/>
                    <a:pt x="51047" y="102094"/>
                  </a:cubicBezTo>
                  <a:cubicBezTo>
                    <a:pt x="22865" y="102094"/>
                    <a:pt x="0" y="79229"/>
                    <a:pt x="0" y="51047"/>
                  </a:cubicBezTo>
                  <a:cubicBezTo>
                    <a:pt x="0" y="22865"/>
                    <a:pt x="22865" y="0"/>
                    <a:pt x="51047" y="0"/>
                  </a:cubicBezTo>
                  <a:cubicBezTo>
                    <a:pt x="79229" y="0"/>
                    <a:pt x="102094" y="22865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3"/>
            <p:cNvSpPr/>
            <p:nvPr/>
          </p:nvSpPr>
          <p:spPr>
            <a:xfrm>
              <a:off x="3306807" y="2724970"/>
              <a:ext cx="49260" cy="49260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5" y="102094"/>
                    <a:pt x="0" y="79239"/>
                    <a:pt x="0" y="51047"/>
                  </a:cubicBezTo>
                  <a:cubicBezTo>
                    <a:pt x="0" y="22855"/>
                    <a:pt x="22855" y="0"/>
                    <a:pt x="51047" y="0"/>
                  </a:cubicBezTo>
                  <a:cubicBezTo>
                    <a:pt x="79239" y="0"/>
                    <a:pt x="102094" y="22855"/>
                    <a:pt x="102094" y="5104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2734813" y="2455008"/>
              <a:ext cx="342916" cy="205028"/>
            </a:xfrm>
            <a:custGeom>
              <a:avLst/>
              <a:gdLst/>
              <a:ahLst/>
              <a:cxnLst/>
              <a:rect l="l" t="t" r="r" b="b"/>
              <a:pathLst>
                <a:path w="710706" h="424928" extrusionOk="0">
                  <a:moveTo>
                    <a:pt x="672269" y="6831"/>
                  </a:moveTo>
                  <a:lnTo>
                    <a:pt x="596762" y="84161"/>
                  </a:lnTo>
                  <a:lnTo>
                    <a:pt x="54085" y="84161"/>
                  </a:lnTo>
                  <a:cubicBezTo>
                    <a:pt x="24232" y="84161"/>
                    <a:pt x="0" y="108393"/>
                    <a:pt x="0" y="138246"/>
                  </a:cubicBezTo>
                  <a:lnTo>
                    <a:pt x="0" y="370843"/>
                  </a:lnTo>
                  <a:cubicBezTo>
                    <a:pt x="0" y="400697"/>
                    <a:pt x="24232" y="424929"/>
                    <a:pt x="54085" y="424929"/>
                  </a:cubicBezTo>
                  <a:lnTo>
                    <a:pt x="656621" y="424929"/>
                  </a:lnTo>
                  <a:cubicBezTo>
                    <a:pt x="686474" y="424929"/>
                    <a:pt x="710706" y="400697"/>
                    <a:pt x="710706" y="370843"/>
                  </a:cubicBezTo>
                  <a:lnTo>
                    <a:pt x="710706" y="84161"/>
                  </a:lnTo>
                  <a:lnTo>
                    <a:pt x="710706" y="22555"/>
                  </a:lnTo>
                  <a:cubicBezTo>
                    <a:pt x="710782" y="2349"/>
                    <a:pt x="686322" y="-7602"/>
                    <a:pt x="672269" y="68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2594603" y="2143434"/>
              <a:ext cx="871327" cy="3665"/>
            </a:xfrm>
            <a:custGeom>
              <a:avLst/>
              <a:gdLst/>
              <a:ahLst/>
              <a:cxnLst/>
              <a:rect l="l" t="t" r="r" b="b"/>
              <a:pathLst>
                <a:path w="1805859" h="7596" extrusionOk="0">
                  <a:moveTo>
                    <a:pt x="0" y="0"/>
                  </a:moveTo>
                  <a:lnTo>
                    <a:pt x="180585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4" name="Google Shape;284;p3"/>
          <p:cNvGrpSpPr/>
          <p:nvPr/>
        </p:nvGrpSpPr>
        <p:grpSpPr>
          <a:xfrm>
            <a:off x="-262423" y="4603993"/>
            <a:ext cx="988875" cy="824428"/>
            <a:chOff x="5378191" y="1701500"/>
            <a:chExt cx="611171" cy="509535"/>
          </a:xfrm>
        </p:grpSpPr>
        <p:sp>
          <p:nvSpPr>
            <p:cNvPr id="285" name="Google Shape;285;p3"/>
            <p:cNvSpPr/>
            <p:nvPr/>
          </p:nvSpPr>
          <p:spPr>
            <a:xfrm>
              <a:off x="5378191" y="1701500"/>
              <a:ext cx="611171" cy="509535"/>
            </a:xfrm>
            <a:custGeom>
              <a:avLst/>
              <a:gdLst/>
              <a:ahLst/>
              <a:cxnLst/>
              <a:rect l="l" t="t" r="r" b="b"/>
              <a:pathLst>
                <a:path w="1266676" h="1056032" extrusionOk="0">
                  <a:moveTo>
                    <a:pt x="1101761" y="1056032"/>
                  </a:moveTo>
                  <a:lnTo>
                    <a:pt x="164915" y="1056032"/>
                  </a:lnTo>
                  <a:cubicBezTo>
                    <a:pt x="73835" y="1056032"/>
                    <a:pt x="0" y="982197"/>
                    <a:pt x="0" y="891118"/>
                  </a:cubicBezTo>
                  <a:lnTo>
                    <a:pt x="0" y="164915"/>
                  </a:lnTo>
                  <a:cubicBezTo>
                    <a:pt x="0" y="73836"/>
                    <a:pt x="73835" y="0"/>
                    <a:pt x="164915" y="0"/>
                  </a:cubicBezTo>
                  <a:lnTo>
                    <a:pt x="1101761" y="0"/>
                  </a:lnTo>
                  <a:cubicBezTo>
                    <a:pt x="1192841" y="0"/>
                    <a:pt x="1266677" y="73836"/>
                    <a:pt x="1266677" y="164915"/>
                  </a:cubicBezTo>
                  <a:lnTo>
                    <a:pt x="1266677" y="891118"/>
                  </a:lnTo>
                  <a:cubicBezTo>
                    <a:pt x="1266677" y="982197"/>
                    <a:pt x="1192841" y="1056032"/>
                    <a:pt x="1101761" y="105603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3"/>
            <p:cNvSpPr/>
            <p:nvPr/>
          </p:nvSpPr>
          <p:spPr>
            <a:xfrm>
              <a:off x="5497928" y="1776815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6" h="71556" extrusionOk="0">
                  <a:moveTo>
                    <a:pt x="71556" y="35778"/>
                  </a:moveTo>
                  <a:cubicBezTo>
                    <a:pt x="71556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6" y="55529"/>
                    <a:pt x="71556" y="357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3"/>
            <p:cNvSpPr/>
            <p:nvPr/>
          </p:nvSpPr>
          <p:spPr>
            <a:xfrm>
              <a:off x="5608451" y="1776815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3"/>
            <p:cNvSpPr/>
            <p:nvPr/>
          </p:nvSpPr>
          <p:spPr>
            <a:xfrm>
              <a:off x="5719011" y="1776815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3"/>
            <p:cNvSpPr/>
            <p:nvPr/>
          </p:nvSpPr>
          <p:spPr>
            <a:xfrm>
              <a:off x="5829571" y="1776815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3"/>
            <p:cNvSpPr/>
            <p:nvPr/>
          </p:nvSpPr>
          <p:spPr>
            <a:xfrm>
              <a:off x="5497928" y="1882549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6" h="71556" extrusionOk="0">
                  <a:moveTo>
                    <a:pt x="71556" y="35778"/>
                  </a:moveTo>
                  <a:cubicBezTo>
                    <a:pt x="71556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6" y="55529"/>
                    <a:pt x="71556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3"/>
            <p:cNvSpPr/>
            <p:nvPr/>
          </p:nvSpPr>
          <p:spPr>
            <a:xfrm>
              <a:off x="5608451" y="1882549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5719011" y="1882549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solidFill>
              <a:srgbClr val="6E6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3"/>
            <p:cNvSpPr/>
            <p:nvPr/>
          </p:nvSpPr>
          <p:spPr>
            <a:xfrm>
              <a:off x="5829571" y="1882549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3"/>
            <p:cNvSpPr/>
            <p:nvPr/>
          </p:nvSpPr>
          <p:spPr>
            <a:xfrm>
              <a:off x="5497928" y="198832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6" h="71556" extrusionOk="0">
                  <a:moveTo>
                    <a:pt x="71556" y="35778"/>
                  </a:moveTo>
                  <a:cubicBezTo>
                    <a:pt x="71556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6" y="55529"/>
                    <a:pt x="71556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5608451" y="198832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3"/>
            <p:cNvSpPr/>
            <p:nvPr/>
          </p:nvSpPr>
          <p:spPr>
            <a:xfrm>
              <a:off x="5719011" y="198832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5829571" y="198832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5497928" y="209409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6" h="71556" extrusionOk="0">
                  <a:moveTo>
                    <a:pt x="71556" y="35778"/>
                  </a:moveTo>
                  <a:cubicBezTo>
                    <a:pt x="71556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6" y="55529"/>
                    <a:pt x="71556" y="357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5608451" y="209409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5719011" y="209409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5829571" y="209409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b="1"/>
              <a:t>Introduction to Data Collection</a:t>
            </a:r>
            <a:endParaRPr/>
          </a:p>
        </p:txBody>
      </p:sp>
      <p:sp>
        <p:nvSpPr>
          <p:cNvPr id="307" name="Google Shape;307;p4"/>
          <p:cNvSpPr txBox="1">
            <a:spLocks noGrp="1"/>
          </p:cNvSpPr>
          <p:nvPr>
            <p:ph type="body" idx="1"/>
          </p:nvPr>
        </p:nvSpPr>
        <p:spPr>
          <a:xfrm>
            <a:off x="720000" y="1090524"/>
            <a:ext cx="8134976" cy="3691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Collecting relevant and quality data is crucial for solving problems.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Two main types:</a:t>
            </a:r>
            <a:endParaRPr/>
          </a:p>
          <a:p>
            <a:pPr marL="74295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b="1">
                <a:solidFill>
                  <a:schemeClr val="dk1"/>
                </a:solidFill>
              </a:rPr>
              <a:t>Primary Data:</a:t>
            </a:r>
            <a:r>
              <a:rPr lang="en-US">
                <a:solidFill>
                  <a:schemeClr val="dk1"/>
                </a:solidFill>
              </a:rPr>
              <a:t> Collected firsthand (e.g., surveys, experiments, interviews)</a:t>
            </a:r>
            <a:endParaRPr/>
          </a:p>
          <a:p>
            <a:pPr marL="74295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b="1">
                <a:solidFill>
                  <a:schemeClr val="dk1"/>
                </a:solidFill>
              </a:rPr>
              <a:t>Secondary Data:</a:t>
            </a:r>
            <a:r>
              <a:rPr lang="en-US">
                <a:solidFill>
                  <a:schemeClr val="dk1"/>
                </a:solidFill>
              </a:rPr>
              <a:t> Pre-existing data (e.g., databases, government reports, APIs)</a:t>
            </a:r>
            <a:endParaRPr/>
          </a:p>
          <a:p>
            <a:pPr marL="742950" lvl="1" indent="-196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742950" lvl="1" indent="-196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308" name="Google Shape;308;p4"/>
          <p:cNvGrpSpPr/>
          <p:nvPr/>
        </p:nvGrpSpPr>
        <p:grpSpPr>
          <a:xfrm>
            <a:off x="8105349" y="4148721"/>
            <a:ext cx="1099092" cy="1238854"/>
            <a:chOff x="2594603" y="2081903"/>
            <a:chExt cx="871327" cy="982126"/>
          </a:xfrm>
        </p:grpSpPr>
        <p:sp>
          <p:nvSpPr>
            <p:cNvPr id="309" name="Google Shape;309;p4"/>
            <p:cNvSpPr/>
            <p:nvPr/>
          </p:nvSpPr>
          <p:spPr>
            <a:xfrm>
              <a:off x="3157347" y="2358046"/>
              <a:ext cx="186375" cy="36542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4"/>
            <p:cNvSpPr/>
            <p:nvPr/>
          </p:nvSpPr>
          <p:spPr>
            <a:xfrm>
              <a:off x="3076913" y="2815020"/>
              <a:ext cx="186375" cy="36542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4"/>
            <p:cNvSpPr/>
            <p:nvPr/>
          </p:nvSpPr>
          <p:spPr>
            <a:xfrm>
              <a:off x="3157347" y="2430693"/>
              <a:ext cx="119375" cy="366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4"/>
            <p:cNvSpPr/>
            <p:nvPr/>
          </p:nvSpPr>
          <p:spPr>
            <a:xfrm>
              <a:off x="3157347" y="2455005"/>
              <a:ext cx="119375" cy="366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4"/>
            <p:cNvSpPr/>
            <p:nvPr/>
          </p:nvSpPr>
          <p:spPr>
            <a:xfrm>
              <a:off x="3157347" y="2479318"/>
              <a:ext cx="119375" cy="366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4"/>
            <p:cNvSpPr/>
            <p:nvPr/>
          </p:nvSpPr>
          <p:spPr>
            <a:xfrm>
              <a:off x="3143746" y="2888800"/>
              <a:ext cx="119375" cy="366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4"/>
            <p:cNvSpPr/>
            <p:nvPr/>
          </p:nvSpPr>
          <p:spPr>
            <a:xfrm>
              <a:off x="3143746" y="2913076"/>
              <a:ext cx="119375" cy="366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4"/>
            <p:cNvSpPr/>
            <p:nvPr/>
          </p:nvSpPr>
          <p:spPr>
            <a:xfrm>
              <a:off x="3143746" y="2937389"/>
              <a:ext cx="119375" cy="366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4"/>
            <p:cNvSpPr/>
            <p:nvPr/>
          </p:nvSpPr>
          <p:spPr>
            <a:xfrm>
              <a:off x="2594639" y="2081903"/>
              <a:ext cx="871290" cy="982126"/>
            </a:xfrm>
            <a:custGeom>
              <a:avLst/>
              <a:gdLst/>
              <a:ahLst/>
              <a:cxnLst/>
              <a:rect l="l" t="t" r="r" b="b"/>
              <a:pathLst>
                <a:path w="1805783" h="2035494" extrusionOk="0">
                  <a:moveTo>
                    <a:pt x="1634108" y="2035494"/>
                  </a:moveTo>
                  <a:lnTo>
                    <a:pt x="171600" y="2035494"/>
                  </a:lnTo>
                  <a:cubicBezTo>
                    <a:pt x="76798" y="2035494"/>
                    <a:pt x="0" y="1958620"/>
                    <a:pt x="0" y="1863895"/>
                  </a:cubicBezTo>
                  <a:lnTo>
                    <a:pt x="0" y="171600"/>
                  </a:lnTo>
                  <a:cubicBezTo>
                    <a:pt x="-76" y="76874"/>
                    <a:pt x="76798" y="0"/>
                    <a:pt x="171600" y="0"/>
                  </a:cubicBezTo>
                  <a:lnTo>
                    <a:pt x="1634184" y="0"/>
                  </a:lnTo>
                  <a:cubicBezTo>
                    <a:pt x="1728985" y="0"/>
                    <a:pt x="1805783" y="76874"/>
                    <a:pt x="1805783" y="171600"/>
                  </a:cubicBezTo>
                  <a:lnTo>
                    <a:pt x="1805783" y="1863819"/>
                  </a:lnTo>
                  <a:cubicBezTo>
                    <a:pt x="1805783" y="1958620"/>
                    <a:pt x="1728909" y="2035494"/>
                    <a:pt x="1634108" y="20354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4"/>
            <p:cNvSpPr/>
            <p:nvPr/>
          </p:nvSpPr>
          <p:spPr>
            <a:xfrm>
              <a:off x="2594603" y="2323895"/>
              <a:ext cx="871290" cy="645078"/>
            </a:xfrm>
            <a:custGeom>
              <a:avLst/>
              <a:gdLst/>
              <a:ahLst/>
              <a:cxnLst/>
              <a:rect l="l" t="t" r="r" b="b"/>
              <a:pathLst>
                <a:path w="1805783" h="1336949" extrusionOk="0">
                  <a:moveTo>
                    <a:pt x="0" y="548154"/>
                  </a:moveTo>
                  <a:lnTo>
                    <a:pt x="205479" y="891277"/>
                  </a:lnTo>
                  <a:cubicBezTo>
                    <a:pt x="221507" y="918092"/>
                    <a:pt x="261615" y="913838"/>
                    <a:pt x="271642" y="884213"/>
                  </a:cubicBezTo>
                  <a:lnTo>
                    <a:pt x="550349" y="60854"/>
                  </a:lnTo>
                  <a:cubicBezTo>
                    <a:pt x="560832" y="29861"/>
                    <a:pt x="603523" y="27050"/>
                    <a:pt x="617956" y="56372"/>
                  </a:cubicBezTo>
                  <a:lnTo>
                    <a:pt x="729545" y="282893"/>
                  </a:lnTo>
                  <a:cubicBezTo>
                    <a:pt x="743522" y="311227"/>
                    <a:pt x="784466" y="309783"/>
                    <a:pt x="796392" y="280538"/>
                  </a:cubicBezTo>
                  <a:lnTo>
                    <a:pt x="901676" y="22797"/>
                  </a:lnTo>
                  <a:cubicBezTo>
                    <a:pt x="914362" y="-8272"/>
                    <a:pt x="958648" y="-7361"/>
                    <a:pt x="970119" y="24164"/>
                  </a:cubicBezTo>
                  <a:lnTo>
                    <a:pt x="1271918" y="857930"/>
                  </a:lnTo>
                  <a:cubicBezTo>
                    <a:pt x="1283844" y="890822"/>
                    <a:pt x="1330713" y="889910"/>
                    <a:pt x="1341348" y="856562"/>
                  </a:cubicBezTo>
                  <a:lnTo>
                    <a:pt x="1388065" y="709954"/>
                  </a:lnTo>
                  <a:cubicBezTo>
                    <a:pt x="1398776" y="676227"/>
                    <a:pt x="1446404" y="675771"/>
                    <a:pt x="1457723" y="709347"/>
                  </a:cubicBezTo>
                  <a:lnTo>
                    <a:pt x="1551916" y="987066"/>
                  </a:lnTo>
                  <a:cubicBezTo>
                    <a:pt x="1562703" y="1018818"/>
                    <a:pt x="1606989" y="1020642"/>
                    <a:pt x="1620283" y="989877"/>
                  </a:cubicBezTo>
                  <a:lnTo>
                    <a:pt x="1620283" y="989877"/>
                  </a:lnTo>
                  <a:cubicBezTo>
                    <a:pt x="1633576" y="959112"/>
                    <a:pt x="1677862" y="960859"/>
                    <a:pt x="1688649" y="992611"/>
                  </a:cubicBezTo>
                  <a:lnTo>
                    <a:pt x="1805783" y="133695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4"/>
            <p:cNvSpPr/>
            <p:nvPr/>
          </p:nvSpPr>
          <p:spPr>
            <a:xfrm>
              <a:off x="3054464" y="2358046"/>
              <a:ext cx="49260" cy="49260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29"/>
                    <a:pt x="79229" y="102094"/>
                    <a:pt x="51047" y="102094"/>
                  </a:cubicBezTo>
                  <a:cubicBezTo>
                    <a:pt x="22865" y="102094"/>
                    <a:pt x="0" y="79229"/>
                    <a:pt x="0" y="51047"/>
                  </a:cubicBezTo>
                  <a:cubicBezTo>
                    <a:pt x="0" y="22865"/>
                    <a:pt x="22865" y="0"/>
                    <a:pt x="51047" y="0"/>
                  </a:cubicBezTo>
                  <a:cubicBezTo>
                    <a:pt x="79229" y="0"/>
                    <a:pt x="102094" y="22865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4"/>
            <p:cNvSpPr/>
            <p:nvPr/>
          </p:nvSpPr>
          <p:spPr>
            <a:xfrm>
              <a:off x="3306807" y="2724970"/>
              <a:ext cx="49260" cy="49260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5" y="102094"/>
                    <a:pt x="0" y="79239"/>
                    <a:pt x="0" y="51047"/>
                  </a:cubicBezTo>
                  <a:cubicBezTo>
                    <a:pt x="0" y="22855"/>
                    <a:pt x="22855" y="0"/>
                    <a:pt x="51047" y="0"/>
                  </a:cubicBezTo>
                  <a:cubicBezTo>
                    <a:pt x="79239" y="0"/>
                    <a:pt x="102094" y="22855"/>
                    <a:pt x="102094" y="5104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4"/>
            <p:cNvSpPr/>
            <p:nvPr/>
          </p:nvSpPr>
          <p:spPr>
            <a:xfrm>
              <a:off x="2734813" y="2455008"/>
              <a:ext cx="342916" cy="205028"/>
            </a:xfrm>
            <a:custGeom>
              <a:avLst/>
              <a:gdLst/>
              <a:ahLst/>
              <a:cxnLst/>
              <a:rect l="l" t="t" r="r" b="b"/>
              <a:pathLst>
                <a:path w="710706" h="424928" extrusionOk="0">
                  <a:moveTo>
                    <a:pt x="672269" y="6831"/>
                  </a:moveTo>
                  <a:lnTo>
                    <a:pt x="596762" y="84161"/>
                  </a:lnTo>
                  <a:lnTo>
                    <a:pt x="54085" y="84161"/>
                  </a:lnTo>
                  <a:cubicBezTo>
                    <a:pt x="24232" y="84161"/>
                    <a:pt x="0" y="108393"/>
                    <a:pt x="0" y="138246"/>
                  </a:cubicBezTo>
                  <a:lnTo>
                    <a:pt x="0" y="370843"/>
                  </a:lnTo>
                  <a:cubicBezTo>
                    <a:pt x="0" y="400697"/>
                    <a:pt x="24232" y="424929"/>
                    <a:pt x="54085" y="424929"/>
                  </a:cubicBezTo>
                  <a:lnTo>
                    <a:pt x="656621" y="424929"/>
                  </a:lnTo>
                  <a:cubicBezTo>
                    <a:pt x="686474" y="424929"/>
                    <a:pt x="710706" y="400697"/>
                    <a:pt x="710706" y="370843"/>
                  </a:cubicBezTo>
                  <a:lnTo>
                    <a:pt x="710706" y="84161"/>
                  </a:lnTo>
                  <a:lnTo>
                    <a:pt x="710706" y="22555"/>
                  </a:lnTo>
                  <a:cubicBezTo>
                    <a:pt x="710782" y="2349"/>
                    <a:pt x="686322" y="-7602"/>
                    <a:pt x="672269" y="68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4"/>
            <p:cNvSpPr/>
            <p:nvPr/>
          </p:nvSpPr>
          <p:spPr>
            <a:xfrm>
              <a:off x="2594603" y="2143434"/>
              <a:ext cx="871327" cy="3665"/>
            </a:xfrm>
            <a:custGeom>
              <a:avLst/>
              <a:gdLst/>
              <a:ahLst/>
              <a:cxnLst/>
              <a:rect l="l" t="t" r="r" b="b"/>
              <a:pathLst>
                <a:path w="1805859" h="7596" extrusionOk="0">
                  <a:moveTo>
                    <a:pt x="0" y="0"/>
                  </a:moveTo>
                  <a:lnTo>
                    <a:pt x="180585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3" name="Google Shape;323;p4"/>
          <p:cNvGrpSpPr/>
          <p:nvPr/>
        </p:nvGrpSpPr>
        <p:grpSpPr>
          <a:xfrm>
            <a:off x="-262423" y="4603993"/>
            <a:ext cx="988875" cy="824428"/>
            <a:chOff x="5378191" y="1701500"/>
            <a:chExt cx="611171" cy="509535"/>
          </a:xfrm>
        </p:grpSpPr>
        <p:sp>
          <p:nvSpPr>
            <p:cNvPr id="324" name="Google Shape;324;p4"/>
            <p:cNvSpPr/>
            <p:nvPr/>
          </p:nvSpPr>
          <p:spPr>
            <a:xfrm>
              <a:off x="5378191" y="1701500"/>
              <a:ext cx="611171" cy="509535"/>
            </a:xfrm>
            <a:custGeom>
              <a:avLst/>
              <a:gdLst/>
              <a:ahLst/>
              <a:cxnLst/>
              <a:rect l="l" t="t" r="r" b="b"/>
              <a:pathLst>
                <a:path w="1266676" h="1056032" extrusionOk="0">
                  <a:moveTo>
                    <a:pt x="1101761" y="1056032"/>
                  </a:moveTo>
                  <a:lnTo>
                    <a:pt x="164915" y="1056032"/>
                  </a:lnTo>
                  <a:cubicBezTo>
                    <a:pt x="73835" y="1056032"/>
                    <a:pt x="0" y="982197"/>
                    <a:pt x="0" y="891118"/>
                  </a:cubicBezTo>
                  <a:lnTo>
                    <a:pt x="0" y="164915"/>
                  </a:lnTo>
                  <a:cubicBezTo>
                    <a:pt x="0" y="73836"/>
                    <a:pt x="73835" y="0"/>
                    <a:pt x="164915" y="0"/>
                  </a:cubicBezTo>
                  <a:lnTo>
                    <a:pt x="1101761" y="0"/>
                  </a:lnTo>
                  <a:cubicBezTo>
                    <a:pt x="1192841" y="0"/>
                    <a:pt x="1266677" y="73836"/>
                    <a:pt x="1266677" y="164915"/>
                  </a:cubicBezTo>
                  <a:lnTo>
                    <a:pt x="1266677" y="891118"/>
                  </a:lnTo>
                  <a:cubicBezTo>
                    <a:pt x="1266677" y="982197"/>
                    <a:pt x="1192841" y="1056032"/>
                    <a:pt x="1101761" y="105603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4"/>
            <p:cNvSpPr/>
            <p:nvPr/>
          </p:nvSpPr>
          <p:spPr>
            <a:xfrm>
              <a:off x="5497928" y="1776815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6" h="71556" extrusionOk="0">
                  <a:moveTo>
                    <a:pt x="71556" y="35778"/>
                  </a:moveTo>
                  <a:cubicBezTo>
                    <a:pt x="71556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6" y="55529"/>
                    <a:pt x="71556" y="357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4"/>
            <p:cNvSpPr/>
            <p:nvPr/>
          </p:nvSpPr>
          <p:spPr>
            <a:xfrm>
              <a:off x="5608451" y="1776815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4"/>
            <p:cNvSpPr/>
            <p:nvPr/>
          </p:nvSpPr>
          <p:spPr>
            <a:xfrm>
              <a:off x="5719011" y="1776815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4"/>
            <p:cNvSpPr/>
            <p:nvPr/>
          </p:nvSpPr>
          <p:spPr>
            <a:xfrm>
              <a:off x="5829571" y="1776815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4"/>
            <p:cNvSpPr/>
            <p:nvPr/>
          </p:nvSpPr>
          <p:spPr>
            <a:xfrm>
              <a:off x="5497928" y="1882549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6" h="71556" extrusionOk="0">
                  <a:moveTo>
                    <a:pt x="71556" y="35778"/>
                  </a:moveTo>
                  <a:cubicBezTo>
                    <a:pt x="71556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6" y="55529"/>
                    <a:pt x="71556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4"/>
            <p:cNvSpPr/>
            <p:nvPr/>
          </p:nvSpPr>
          <p:spPr>
            <a:xfrm>
              <a:off x="5608451" y="1882549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4"/>
            <p:cNvSpPr/>
            <p:nvPr/>
          </p:nvSpPr>
          <p:spPr>
            <a:xfrm>
              <a:off x="5719011" y="1882549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solidFill>
              <a:srgbClr val="6E6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4"/>
            <p:cNvSpPr/>
            <p:nvPr/>
          </p:nvSpPr>
          <p:spPr>
            <a:xfrm>
              <a:off x="5829571" y="1882549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4"/>
            <p:cNvSpPr/>
            <p:nvPr/>
          </p:nvSpPr>
          <p:spPr>
            <a:xfrm>
              <a:off x="5497928" y="198832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6" h="71556" extrusionOk="0">
                  <a:moveTo>
                    <a:pt x="71556" y="35778"/>
                  </a:moveTo>
                  <a:cubicBezTo>
                    <a:pt x="71556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6" y="55529"/>
                    <a:pt x="71556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4"/>
            <p:cNvSpPr/>
            <p:nvPr/>
          </p:nvSpPr>
          <p:spPr>
            <a:xfrm>
              <a:off x="5608451" y="198832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4"/>
            <p:cNvSpPr/>
            <p:nvPr/>
          </p:nvSpPr>
          <p:spPr>
            <a:xfrm>
              <a:off x="5719011" y="198832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4"/>
            <p:cNvSpPr/>
            <p:nvPr/>
          </p:nvSpPr>
          <p:spPr>
            <a:xfrm>
              <a:off x="5829571" y="198832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4"/>
            <p:cNvSpPr/>
            <p:nvPr/>
          </p:nvSpPr>
          <p:spPr>
            <a:xfrm>
              <a:off x="5497928" y="209409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6" h="71556" extrusionOk="0">
                  <a:moveTo>
                    <a:pt x="71556" y="35778"/>
                  </a:moveTo>
                  <a:cubicBezTo>
                    <a:pt x="71556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6" y="55529"/>
                    <a:pt x="71556" y="357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4"/>
            <p:cNvSpPr/>
            <p:nvPr/>
          </p:nvSpPr>
          <p:spPr>
            <a:xfrm>
              <a:off x="5608451" y="209409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4"/>
            <p:cNvSpPr/>
            <p:nvPr/>
          </p:nvSpPr>
          <p:spPr>
            <a:xfrm>
              <a:off x="5719011" y="209409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4"/>
            <p:cNvSpPr/>
            <p:nvPr/>
          </p:nvSpPr>
          <p:spPr>
            <a:xfrm>
              <a:off x="5829571" y="209409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341" name="Google Shape;341;p4"/>
          <p:cNvGraphicFramePr/>
          <p:nvPr>
            <p:extLst>
              <p:ext uri="{D42A27DB-BD31-4B8C-83A1-F6EECF244321}">
                <p14:modId xmlns:p14="http://schemas.microsoft.com/office/powerpoint/2010/main" val="476322845"/>
              </p:ext>
            </p:extLst>
          </p:nvPr>
        </p:nvGraphicFramePr>
        <p:xfrm>
          <a:off x="712788" y="2509258"/>
          <a:ext cx="7718425" cy="1676450"/>
        </p:xfrm>
        <a:graphic>
          <a:graphicData uri="http://schemas.openxmlformats.org/drawingml/2006/table">
            <a:tbl>
              <a:tblPr>
                <a:noFill/>
                <a:tableStyleId>{4B705A51-608A-4AEE-9DD2-FE7ACE7AB3B3}</a:tableStyleId>
              </a:tblPr>
              <a:tblGrid>
                <a:gridCol w="121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Passion One"/>
                          <a:ea typeface="Passion One"/>
                          <a:cs typeface="Passion One"/>
                          <a:sym typeface="Passion One"/>
                        </a:rPr>
                        <a:t>Feature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ED7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Passion One"/>
                          <a:ea typeface="Passion One"/>
                          <a:cs typeface="Passion One"/>
                          <a:sym typeface="Passion One"/>
                        </a:rPr>
                        <a:t>Primary Data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Passion One"/>
                        <a:ea typeface="Passion One"/>
                        <a:cs typeface="Passion One"/>
                        <a:sym typeface="Passion One"/>
                      </a:endParaRPr>
                    </a:p>
                  </a:txBody>
                  <a:tcPr marL="91450" marR="91450" marT="45725" marB="45725" anchor="ctr">
                    <a:solidFill>
                      <a:srgbClr val="FED7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Passion One"/>
                          <a:ea typeface="Passion One"/>
                          <a:cs typeface="Passion One"/>
                          <a:sym typeface="Passion One"/>
                        </a:rPr>
                        <a:t>Secondary Data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Passion One"/>
                        <a:ea typeface="Passion One"/>
                        <a:cs typeface="Passion One"/>
                        <a:sym typeface="Passion One"/>
                      </a:endParaRPr>
                    </a:p>
                  </a:txBody>
                  <a:tcPr marL="91450" marR="91450" marT="45725" marB="45725" anchor="ctr">
                    <a:solidFill>
                      <a:srgbClr val="FED7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7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Passion One"/>
                          <a:ea typeface="Passion One"/>
                          <a:cs typeface="Passion One"/>
                          <a:sym typeface="Passion One"/>
                        </a:rPr>
                        <a:t>Source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ED7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First-hand collection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Pre-existing sources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Passion One"/>
                          <a:ea typeface="Passion One"/>
                          <a:cs typeface="Passion One"/>
                          <a:sym typeface="Passion One"/>
                        </a:rPr>
                        <a:t>Examples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ED7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Surveys, Experiments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Government data, Web scraping</a:t>
                      </a:r>
                      <a:endParaRPr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Passion One"/>
                          <a:ea typeface="Passion One"/>
                          <a:cs typeface="Passion One"/>
                          <a:sym typeface="Passion One"/>
                        </a:rPr>
                        <a:t>Pros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ED7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Specific to needs, Up-to-date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Easily accessible, Less costly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Passion One"/>
                          <a:ea typeface="Passion One"/>
                          <a:cs typeface="Passion One"/>
                          <a:sym typeface="Passion One"/>
                        </a:rPr>
                        <a:t>Cons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ED7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Time-consuming, Costly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May not be relevant or current</a:t>
                      </a:r>
                      <a:endParaRPr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"/>
          <p:cNvSpPr/>
          <p:nvPr/>
        </p:nvSpPr>
        <p:spPr>
          <a:xfrm>
            <a:off x="1762027" y="1205290"/>
            <a:ext cx="2089923" cy="74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 only necessary data.</a:t>
            </a:r>
            <a:endParaRPr/>
          </a:p>
        </p:txBody>
      </p:sp>
      <p:sp>
        <p:nvSpPr>
          <p:cNvPr id="386" name="Google Shape;38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b="1"/>
              <a:t>Ethical Considerations in Data Collection</a:t>
            </a:r>
            <a:endParaRPr/>
          </a:p>
        </p:txBody>
      </p:sp>
      <p:sp>
        <p:nvSpPr>
          <p:cNvPr id="387" name="Google Shape;387;p6"/>
          <p:cNvSpPr txBox="1">
            <a:spLocks noGrp="1"/>
          </p:cNvSpPr>
          <p:nvPr>
            <p:ph type="title" idx="4294967295"/>
          </p:nvPr>
        </p:nvSpPr>
        <p:spPr>
          <a:xfrm>
            <a:off x="-973707" y="1351462"/>
            <a:ext cx="2653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000">
                <a:solidFill>
                  <a:srgbClr val="17175A"/>
                </a:solidFill>
              </a:rPr>
              <a:t>Privacy</a:t>
            </a:r>
            <a:endParaRPr sz="2000">
              <a:solidFill>
                <a:srgbClr val="17175A"/>
              </a:solidFill>
            </a:endParaRPr>
          </a:p>
        </p:txBody>
      </p:sp>
      <p:sp>
        <p:nvSpPr>
          <p:cNvPr id="388" name="Google Shape;388;p6"/>
          <p:cNvSpPr/>
          <p:nvPr/>
        </p:nvSpPr>
        <p:spPr>
          <a:xfrm>
            <a:off x="2157350" y="2881453"/>
            <a:ext cx="1547429" cy="74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Avoid collecting biased data.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6"/>
          <p:cNvSpPr txBox="1">
            <a:spLocks noGrp="1"/>
          </p:cNvSpPr>
          <p:nvPr>
            <p:ph type="title" idx="4294967295"/>
          </p:nvPr>
        </p:nvSpPr>
        <p:spPr>
          <a:xfrm>
            <a:off x="5192647" y="2070982"/>
            <a:ext cx="2653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000">
                <a:solidFill>
                  <a:srgbClr val="17175A"/>
                </a:solidFill>
              </a:rPr>
              <a:t>Consent</a:t>
            </a:r>
            <a:endParaRPr sz="2000">
              <a:solidFill>
                <a:srgbClr val="17175A"/>
              </a:solidFill>
            </a:endParaRPr>
          </a:p>
        </p:txBody>
      </p:sp>
      <p:sp>
        <p:nvSpPr>
          <p:cNvPr id="390" name="Google Shape;390;p6"/>
          <p:cNvSpPr txBox="1">
            <a:spLocks noGrp="1"/>
          </p:cNvSpPr>
          <p:nvPr>
            <p:ph type="title" idx="4294967295"/>
          </p:nvPr>
        </p:nvSpPr>
        <p:spPr>
          <a:xfrm>
            <a:off x="-606900" y="3052756"/>
            <a:ext cx="2653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000">
                <a:solidFill>
                  <a:srgbClr val="17175A"/>
                </a:solidFill>
              </a:rPr>
              <a:t>Bias and Fairness</a:t>
            </a:r>
            <a:endParaRPr sz="2000">
              <a:solidFill>
                <a:srgbClr val="17175A"/>
              </a:solidFill>
            </a:endParaRPr>
          </a:p>
        </p:txBody>
      </p:sp>
      <p:sp>
        <p:nvSpPr>
          <p:cNvPr id="391" name="Google Shape;391;p6"/>
          <p:cNvSpPr/>
          <p:nvPr/>
        </p:nvSpPr>
        <p:spPr>
          <a:xfrm>
            <a:off x="4499058" y="2002719"/>
            <a:ext cx="2363209" cy="74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 participants about data usage.</a:t>
            </a:r>
            <a:endParaRPr/>
          </a:p>
        </p:txBody>
      </p:sp>
      <p:cxnSp>
        <p:nvCxnSpPr>
          <p:cNvPr id="392" name="Google Shape;392;p6"/>
          <p:cNvCxnSpPr>
            <a:stCxn id="385" idx="3"/>
            <a:endCxn id="391" idx="0"/>
          </p:cNvCxnSpPr>
          <p:nvPr/>
        </p:nvCxnSpPr>
        <p:spPr>
          <a:xfrm>
            <a:off x="3851950" y="1577440"/>
            <a:ext cx="1828800" cy="4254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3" name="Google Shape;393;p6"/>
          <p:cNvCxnSpPr>
            <a:stCxn id="391" idx="1"/>
            <a:endCxn id="388" idx="3"/>
          </p:cNvCxnSpPr>
          <p:nvPr/>
        </p:nvCxnSpPr>
        <p:spPr>
          <a:xfrm flipH="1">
            <a:off x="3704658" y="2374869"/>
            <a:ext cx="794400" cy="878700"/>
          </a:xfrm>
          <a:prstGeom prst="bentConnector3">
            <a:avLst>
              <a:gd name="adj1" fmla="val 4999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94" name="Google Shape;394;p6"/>
          <p:cNvGrpSpPr/>
          <p:nvPr/>
        </p:nvGrpSpPr>
        <p:grpSpPr>
          <a:xfrm>
            <a:off x="6862267" y="4388459"/>
            <a:ext cx="1393254" cy="851132"/>
            <a:chOff x="3577367" y="1677509"/>
            <a:chExt cx="1393254" cy="851132"/>
          </a:xfrm>
        </p:grpSpPr>
        <p:sp>
          <p:nvSpPr>
            <p:cNvPr id="395" name="Google Shape;395;p6"/>
            <p:cNvSpPr/>
            <p:nvPr/>
          </p:nvSpPr>
          <p:spPr>
            <a:xfrm>
              <a:off x="3605409" y="1677509"/>
              <a:ext cx="1365212" cy="851132"/>
            </a:xfrm>
            <a:custGeom>
              <a:avLst/>
              <a:gdLst/>
              <a:ahLst/>
              <a:cxnLst/>
              <a:rect l="l" t="t" r="r" b="b"/>
              <a:pathLst>
                <a:path w="2829455" h="1764004" extrusionOk="0">
                  <a:moveTo>
                    <a:pt x="2699484" y="1764004"/>
                  </a:moveTo>
                  <a:lnTo>
                    <a:pt x="129972" y="1764004"/>
                  </a:lnTo>
                  <a:cubicBezTo>
                    <a:pt x="58187" y="1764004"/>
                    <a:pt x="0" y="1705817"/>
                    <a:pt x="0" y="1634032"/>
                  </a:cubicBezTo>
                  <a:lnTo>
                    <a:pt x="0" y="129972"/>
                  </a:lnTo>
                  <a:cubicBezTo>
                    <a:pt x="0" y="58187"/>
                    <a:pt x="58187" y="0"/>
                    <a:pt x="129972" y="0"/>
                  </a:cubicBezTo>
                  <a:lnTo>
                    <a:pt x="2699484" y="0"/>
                  </a:lnTo>
                  <a:cubicBezTo>
                    <a:pt x="2771268" y="0"/>
                    <a:pt x="2829456" y="58187"/>
                    <a:pt x="2829456" y="129972"/>
                  </a:cubicBezTo>
                  <a:lnTo>
                    <a:pt x="2829456" y="1634032"/>
                  </a:lnTo>
                  <a:cubicBezTo>
                    <a:pt x="2829379" y="1705817"/>
                    <a:pt x="2771192" y="1764004"/>
                    <a:pt x="2699484" y="17640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6"/>
            <p:cNvSpPr/>
            <p:nvPr/>
          </p:nvSpPr>
          <p:spPr>
            <a:xfrm>
              <a:off x="4660956" y="2269904"/>
              <a:ext cx="172521" cy="33830"/>
            </a:xfrm>
            <a:custGeom>
              <a:avLst/>
              <a:gdLst/>
              <a:ahLst/>
              <a:cxnLst/>
              <a:rect l="l" t="t" r="r" b="b"/>
              <a:pathLst>
                <a:path w="357556" h="70113" extrusionOk="0">
                  <a:moveTo>
                    <a:pt x="0" y="0"/>
                  </a:moveTo>
                  <a:lnTo>
                    <a:pt x="357556" y="0"/>
                  </a:lnTo>
                  <a:lnTo>
                    <a:pt x="357556" y="70113"/>
                  </a:lnTo>
                  <a:lnTo>
                    <a:pt x="0" y="7011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6"/>
            <p:cNvSpPr/>
            <p:nvPr/>
          </p:nvSpPr>
          <p:spPr>
            <a:xfrm>
              <a:off x="4660956" y="2102017"/>
              <a:ext cx="172520" cy="127878"/>
            </a:xfrm>
            <a:custGeom>
              <a:avLst/>
              <a:gdLst/>
              <a:ahLst/>
              <a:cxnLst/>
              <a:rect l="l" t="t" r="r" b="b"/>
              <a:pathLst>
                <a:path w="357555" h="265033" extrusionOk="0">
                  <a:moveTo>
                    <a:pt x="294583" y="265034"/>
                  </a:moveTo>
                  <a:lnTo>
                    <a:pt x="62973" y="265034"/>
                  </a:lnTo>
                  <a:cubicBezTo>
                    <a:pt x="28182" y="265034"/>
                    <a:pt x="0" y="236851"/>
                    <a:pt x="0" y="202061"/>
                  </a:cubicBezTo>
                  <a:lnTo>
                    <a:pt x="0" y="62973"/>
                  </a:lnTo>
                  <a:cubicBezTo>
                    <a:pt x="0" y="28182"/>
                    <a:pt x="28182" y="0"/>
                    <a:pt x="62973" y="0"/>
                  </a:cubicBezTo>
                  <a:lnTo>
                    <a:pt x="294583" y="0"/>
                  </a:lnTo>
                  <a:cubicBezTo>
                    <a:pt x="329374" y="0"/>
                    <a:pt x="357556" y="28182"/>
                    <a:pt x="357556" y="62973"/>
                  </a:cubicBezTo>
                  <a:lnTo>
                    <a:pt x="357556" y="202061"/>
                  </a:lnTo>
                  <a:cubicBezTo>
                    <a:pt x="357556" y="236851"/>
                    <a:pt x="329374" y="265034"/>
                    <a:pt x="294583" y="26503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6"/>
            <p:cNvSpPr/>
            <p:nvPr/>
          </p:nvSpPr>
          <p:spPr>
            <a:xfrm>
              <a:off x="4660956" y="2337139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6"/>
            <p:cNvSpPr/>
            <p:nvPr/>
          </p:nvSpPr>
          <p:spPr>
            <a:xfrm>
              <a:off x="4660956" y="2359661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6"/>
            <p:cNvSpPr/>
            <p:nvPr/>
          </p:nvSpPr>
          <p:spPr>
            <a:xfrm>
              <a:off x="4660956" y="2382146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6"/>
            <p:cNvSpPr/>
            <p:nvPr/>
          </p:nvSpPr>
          <p:spPr>
            <a:xfrm>
              <a:off x="4561547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6"/>
            <p:cNvSpPr/>
            <p:nvPr/>
          </p:nvSpPr>
          <p:spPr>
            <a:xfrm>
              <a:off x="4402508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6"/>
            <p:cNvSpPr/>
            <p:nvPr/>
          </p:nvSpPr>
          <p:spPr>
            <a:xfrm>
              <a:off x="4243504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6"/>
            <p:cNvSpPr/>
            <p:nvPr/>
          </p:nvSpPr>
          <p:spPr>
            <a:xfrm>
              <a:off x="408446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6"/>
            <p:cNvSpPr/>
            <p:nvPr/>
          </p:nvSpPr>
          <p:spPr>
            <a:xfrm>
              <a:off x="392542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6"/>
            <p:cNvSpPr/>
            <p:nvPr/>
          </p:nvSpPr>
          <p:spPr>
            <a:xfrm>
              <a:off x="3766423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6"/>
            <p:cNvSpPr/>
            <p:nvPr/>
          </p:nvSpPr>
          <p:spPr>
            <a:xfrm>
              <a:off x="3605409" y="1916202"/>
              <a:ext cx="958485" cy="400277"/>
            </a:xfrm>
            <a:custGeom>
              <a:avLst/>
              <a:gdLst/>
              <a:ahLst/>
              <a:cxnLst/>
              <a:rect l="l" t="t" r="r" b="b"/>
              <a:pathLst>
                <a:path w="1986498" h="829589" extrusionOk="0">
                  <a:moveTo>
                    <a:pt x="0" y="607196"/>
                  </a:moveTo>
                  <a:lnTo>
                    <a:pt x="299065" y="409465"/>
                  </a:lnTo>
                  <a:cubicBezTo>
                    <a:pt x="320486" y="395336"/>
                    <a:pt x="348289" y="395716"/>
                    <a:pt x="369330" y="410377"/>
                  </a:cubicBezTo>
                  <a:lnTo>
                    <a:pt x="590229" y="565112"/>
                  </a:lnTo>
                  <a:cubicBezTo>
                    <a:pt x="621754" y="587142"/>
                    <a:pt x="665508" y="575747"/>
                    <a:pt x="682220" y="541184"/>
                  </a:cubicBezTo>
                  <a:lnTo>
                    <a:pt x="926896" y="35273"/>
                  </a:lnTo>
                  <a:cubicBezTo>
                    <a:pt x="951508" y="-15622"/>
                    <a:pt x="1025647" y="-10228"/>
                    <a:pt x="1042663" y="43629"/>
                  </a:cubicBezTo>
                  <a:lnTo>
                    <a:pt x="1277084" y="785936"/>
                  </a:lnTo>
                  <a:cubicBezTo>
                    <a:pt x="1294251" y="840401"/>
                    <a:pt x="1369454" y="845111"/>
                    <a:pt x="1393306" y="793228"/>
                  </a:cubicBezTo>
                  <a:lnTo>
                    <a:pt x="1610635" y="321424"/>
                  </a:lnTo>
                  <a:cubicBezTo>
                    <a:pt x="1630765" y="277670"/>
                    <a:pt x="1690776" y="272277"/>
                    <a:pt x="1718426" y="311701"/>
                  </a:cubicBezTo>
                  <a:lnTo>
                    <a:pt x="1986499" y="69379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6"/>
            <p:cNvSpPr/>
            <p:nvPr/>
          </p:nvSpPr>
          <p:spPr>
            <a:xfrm>
              <a:off x="3972662" y="2024069"/>
              <a:ext cx="45595" cy="45595"/>
            </a:xfrm>
            <a:custGeom>
              <a:avLst/>
              <a:gdLst/>
              <a:ahLst/>
              <a:cxnLst/>
              <a:rect l="l" t="t" r="r" b="b"/>
              <a:pathLst>
                <a:path w="94497" h="94497" extrusionOk="0">
                  <a:moveTo>
                    <a:pt x="94497" y="47249"/>
                  </a:moveTo>
                  <a:cubicBezTo>
                    <a:pt x="94497" y="73344"/>
                    <a:pt x="73343" y="94498"/>
                    <a:pt x="47249" y="94498"/>
                  </a:cubicBezTo>
                  <a:cubicBezTo>
                    <a:pt x="21154" y="94498"/>
                    <a:pt x="0" y="73344"/>
                    <a:pt x="0" y="47249"/>
                  </a:cubicBezTo>
                  <a:cubicBezTo>
                    <a:pt x="0" y="21154"/>
                    <a:pt x="21154" y="0"/>
                    <a:pt x="47249" y="0"/>
                  </a:cubicBezTo>
                  <a:cubicBezTo>
                    <a:pt x="73343" y="0"/>
                    <a:pt x="94497" y="21154"/>
                    <a:pt x="94497" y="472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6"/>
            <p:cNvSpPr/>
            <p:nvPr/>
          </p:nvSpPr>
          <p:spPr>
            <a:xfrm>
              <a:off x="3664089" y="1827628"/>
              <a:ext cx="317443" cy="189754"/>
            </a:xfrm>
            <a:custGeom>
              <a:avLst/>
              <a:gdLst/>
              <a:ahLst/>
              <a:cxnLst/>
              <a:rect l="l" t="t" r="r" b="b"/>
              <a:pathLst>
                <a:path w="657912" h="393272" extrusionOk="0">
                  <a:moveTo>
                    <a:pt x="622286" y="386954"/>
                  </a:moveTo>
                  <a:lnTo>
                    <a:pt x="552324" y="315397"/>
                  </a:lnTo>
                  <a:lnTo>
                    <a:pt x="50059" y="315397"/>
                  </a:lnTo>
                  <a:cubicBezTo>
                    <a:pt x="22409" y="315397"/>
                    <a:pt x="0" y="292988"/>
                    <a:pt x="0" y="265337"/>
                  </a:cubicBezTo>
                  <a:lnTo>
                    <a:pt x="0" y="50059"/>
                  </a:lnTo>
                  <a:cubicBezTo>
                    <a:pt x="0" y="22409"/>
                    <a:pt x="22409" y="0"/>
                    <a:pt x="50059" y="0"/>
                  </a:cubicBezTo>
                  <a:lnTo>
                    <a:pt x="607853" y="0"/>
                  </a:lnTo>
                  <a:cubicBezTo>
                    <a:pt x="635503" y="0"/>
                    <a:pt x="657912" y="22409"/>
                    <a:pt x="657912" y="50059"/>
                  </a:cubicBezTo>
                  <a:lnTo>
                    <a:pt x="657912" y="315397"/>
                  </a:lnTo>
                  <a:lnTo>
                    <a:pt x="657912" y="372445"/>
                  </a:lnTo>
                  <a:cubicBezTo>
                    <a:pt x="657912" y="391056"/>
                    <a:pt x="635275" y="400323"/>
                    <a:pt x="622286" y="3869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6"/>
            <p:cNvSpPr/>
            <p:nvPr/>
          </p:nvSpPr>
          <p:spPr>
            <a:xfrm>
              <a:off x="3577367" y="242916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3577367" y="231823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3577367" y="220734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3577367" y="209642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3577367" y="1985534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3577367" y="187460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3577367" y="1763720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4293447" y="2127573"/>
              <a:ext cx="83273" cy="83273"/>
            </a:xfrm>
            <a:custGeom>
              <a:avLst/>
              <a:gdLst/>
              <a:ahLst/>
              <a:cxnLst/>
              <a:rect l="l" t="t" r="r" b="b"/>
              <a:pathLst>
                <a:path w="172587" h="172587" extrusionOk="0">
                  <a:moveTo>
                    <a:pt x="172587" y="86294"/>
                  </a:moveTo>
                  <a:cubicBezTo>
                    <a:pt x="172587" y="133952"/>
                    <a:pt x="133952" y="172587"/>
                    <a:pt x="86293" y="172587"/>
                  </a:cubicBezTo>
                  <a:cubicBezTo>
                    <a:pt x="38635" y="172587"/>
                    <a:pt x="0" y="133952"/>
                    <a:pt x="0" y="86294"/>
                  </a:cubicBezTo>
                  <a:cubicBezTo>
                    <a:pt x="0" y="38635"/>
                    <a:pt x="38635" y="0"/>
                    <a:pt x="86293" y="0"/>
                  </a:cubicBezTo>
                  <a:cubicBezTo>
                    <a:pt x="133952" y="0"/>
                    <a:pt x="172587" y="38635"/>
                    <a:pt x="172587" y="862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4561547" y="1738602"/>
              <a:ext cx="406653" cy="3665"/>
            </a:xfrm>
            <a:custGeom>
              <a:avLst/>
              <a:gdLst/>
              <a:ahLst/>
              <a:cxnLst/>
              <a:rect l="l" t="t" r="r" b="b"/>
              <a:pathLst>
                <a:path w="842805" h="7596" extrusionOk="0">
                  <a:moveTo>
                    <a:pt x="842805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9" name="Google Shape;419;p6"/>
          <p:cNvSpPr/>
          <p:nvPr/>
        </p:nvSpPr>
        <p:spPr>
          <a:xfrm>
            <a:off x="3169920" y="3867550"/>
            <a:ext cx="2770089" cy="74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Protect collected data from unauthorized access.</a:t>
            </a:r>
            <a:endParaRPr/>
          </a:p>
        </p:txBody>
      </p:sp>
      <p:cxnSp>
        <p:nvCxnSpPr>
          <p:cNvPr id="420" name="Google Shape;420;p6"/>
          <p:cNvCxnSpPr>
            <a:stCxn id="388" idx="2"/>
            <a:endCxn id="419" idx="1"/>
          </p:cNvCxnSpPr>
          <p:nvPr/>
        </p:nvCxnSpPr>
        <p:spPr>
          <a:xfrm rot="-5400000" flipH="1">
            <a:off x="2743565" y="3813253"/>
            <a:ext cx="613800" cy="2388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1" name="Google Shape;421;p6"/>
          <p:cNvSpPr txBox="1"/>
          <p:nvPr/>
        </p:nvSpPr>
        <p:spPr>
          <a:xfrm>
            <a:off x="2437021" y="3991278"/>
            <a:ext cx="445715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</a:pPr>
            <a:r>
              <a:rPr lang="en-US" sz="2000" b="0" i="0" u="none" strike="noStrike" cap="none">
                <a:solidFill>
                  <a:srgbClr val="17175A"/>
                </a:solidFill>
                <a:latin typeface="Passion One"/>
                <a:ea typeface="Passion One"/>
                <a:cs typeface="Passion One"/>
                <a:sym typeface="Passion One"/>
              </a:rPr>
              <a:t>Security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7"/>
          <p:cNvSpPr txBox="1">
            <a:spLocks noGrp="1"/>
          </p:cNvSpPr>
          <p:nvPr>
            <p:ph type="title"/>
          </p:nvPr>
        </p:nvSpPr>
        <p:spPr>
          <a:xfrm>
            <a:off x="2347950" y="1147088"/>
            <a:ext cx="4448100" cy="11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Thanks!</a:t>
            </a:r>
            <a:endParaRPr/>
          </a:p>
        </p:txBody>
      </p:sp>
      <p:sp>
        <p:nvSpPr>
          <p:cNvPr id="427" name="Google Shape;427;p7"/>
          <p:cNvSpPr txBox="1"/>
          <p:nvPr/>
        </p:nvSpPr>
        <p:spPr>
          <a:xfrm>
            <a:off x="2496150" y="4288475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Please keep this slide for attribution</a:t>
            </a:r>
            <a:endParaRPr sz="10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8" name="Google Shape;428;p7"/>
          <p:cNvSpPr/>
          <p:nvPr/>
        </p:nvSpPr>
        <p:spPr>
          <a:xfrm>
            <a:off x="2191425" y="3807125"/>
            <a:ext cx="4680900" cy="72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Analysis and Statistics - 4th grade by Slidesgo">
  <a:themeElements>
    <a:clrScheme name="Simple Light">
      <a:dk1>
        <a:srgbClr val="17175A"/>
      </a:dk1>
      <a:lt1>
        <a:srgbClr val="FFFFFF"/>
      </a:lt1>
      <a:dk2>
        <a:srgbClr val="F6F2CC"/>
      </a:dk2>
      <a:lt2>
        <a:srgbClr val="FCBD0E"/>
      </a:lt2>
      <a:accent1>
        <a:srgbClr val="FA9D02"/>
      </a:accent1>
      <a:accent2>
        <a:srgbClr val="FC81FD"/>
      </a:accent2>
      <a:accent3>
        <a:srgbClr val="7CE1CF"/>
      </a:accent3>
      <a:accent4>
        <a:srgbClr val="6E6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313</Words>
  <Application>Microsoft Office PowerPoint</Application>
  <PresentationFormat>On-screen Show (16:9)</PresentationFormat>
  <Paragraphs>64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Inter</vt:lpstr>
      <vt:lpstr>Arial</vt:lpstr>
      <vt:lpstr>Calibri</vt:lpstr>
      <vt:lpstr>Passion One</vt:lpstr>
      <vt:lpstr>Darker Grotesque SemiBold</vt:lpstr>
      <vt:lpstr>Noto Sans Symbols</vt:lpstr>
      <vt:lpstr>Data Analysis and Statistics - 4th grade by Slidesgo</vt:lpstr>
      <vt:lpstr>Section 2 Problem Definition and Data Collection</vt:lpstr>
      <vt:lpstr>Why Problem Definition is Important?</vt:lpstr>
      <vt:lpstr>Why Problem Definition is Important?</vt:lpstr>
      <vt:lpstr>Introduction to Data Collection</vt:lpstr>
      <vt:lpstr>Ethical Considerations in Data Collection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MahmoudAboallith</cp:lastModifiedBy>
  <cp:revision>2</cp:revision>
  <dcterms:modified xsi:type="dcterms:W3CDTF">2026-02-21T23:27:32Z</dcterms:modified>
</cp:coreProperties>
</file>